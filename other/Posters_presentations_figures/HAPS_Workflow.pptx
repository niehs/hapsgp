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527"/>
    <p:restoredTop sz="96143"/>
  </p:normalViewPr>
  <p:slideViewPr>
    <p:cSldViewPr snapToGrid="0">
      <p:cViewPr>
        <p:scale>
          <a:sx n="88" d="100"/>
          <a:sy n="88" d="100"/>
        </p:scale>
        <p:origin x="520" y="9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089CD41-F595-DB44-A7C1-AA063BD8189C}" type="doc">
      <dgm:prSet loTypeId="urn:microsoft.com/office/officeart/2005/8/layout/hierarchy2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0705FA4-5A75-8E40-8FA7-B35437D999CA}">
      <dgm:prSet phldrT="[Text]"/>
      <dgm:spPr>
        <a:solidFill>
          <a:schemeClr val="accent6"/>
        </a:solidFill>
      </dgm:spPr>
      <dgm:t>
        <a:bodyPr/>
        <a:lstStyle/>
        <a:p>
          <a:r>
            <a:rPr lang="en-US" dirty="0"/>
            <a:t>HAPs data</a:t>
          </a:r>
        </a:p>
      </dgm:t>
    </dgm:pt>
    <dgm:pt modelId="{91292334-57B8-DD45-9136-ACE9FA6FC606}" type="parTrans" cxnId="{E44C947E-1586-484D-8AA5-226DC572840B}">
      <dgm:prSet/>
      <dgm:spPr/>
      <dgm:t>
        <a:bodyPr/>
        <a:lstStyle/>
        <a:p>
          <a:endParaRPr lang="en-US"/>
        </a:p>
      </dgm:t>
    </dgm:pt>
    <dgm:pt modelId="{1431AF15-A527-5949-8515-B8DC43634A16}" type="sibTrans" cxnId="{E44C947E-1586-484D-8AA5-226DC572840B}">
      <dgm:prSet/>
      <dgm:spPr/>
      <dgm:t>
        <a:bodyPr/>
        <a:lstStyle/>
        <a:p>
          <a:endParaRPr lang="en-US"/>
        </a:p>
      </dgm:t>
    </dgm:pt>
    <dgm:pt modelId="{6EFD4D93-83BE-5F4E-8225-A98FFE6A8190}">
      <dgm:prSet phldrT="[Text]"/>
      <dgm:spPr/>
      <dgm:t>
        <a:bodyPr/>
        <a:lstStyle/>
        <a:p>
          <a:r>
            <a:rPr lang="en-US" dirty="0"/>
            <a:t>Exploratory Analysis</a:t>
          </a:r>
        </a:p>
      </dgm:t>
    </dgm:pt>
    <dgm:pt modelId="{D6F695C2-B7C0-0645-9053-0F69064DDCC1}" type="parTrans" cxnId="{6A266B5D-F001-9746-B671-555D68B2FD29}">
      <dgm:prSet/>
      <dgm:spPr/>
      <dgm:t>
        <a:bodyPr/>
        <a:lstStyle/>
        <a:p>
          <a:endParaRPr lang="en-US"/>
        </a:p>
      </dgm:t>
    </dgm:pt>
    <dgm:pt modelId="{8110CCD7-EA99-1345-96D6-370838F330CB}" type="sibTrans" cxnId="{6A266B5D-F001-9746-B671-555D68B2FD29}">
      <dgm:prSet/>
      <dgm:spPr/>
      <dgm:t>
        <a:bodyPr/>
        <a:lstStyle/>
        <a:p>
          <a:endParaRPr lang="en-US"/>
        </a:p>
      </dgm:t>
    </dgm:pt>
    <dgm:pt modelId="{E817EFD4-D04A-D643-BC5A-1155232D1226}">
      <dgm:prSet phldrT="[Text]"/>
      <dgm:spPr/>
      <dgm:t>
        <a:bodyPr/>
        <a:lstStyle/>
        <a:p>
          <a:r>
            <a:rPr lang="en-US" dirty="0"/>
            <a:t>Select Chemicals</a:t>
          </a:r>
        </a:p>
      </dgm:t>
    </dgm:pt>
    <dgm:pt modelId="{0A809812-603F-2D43-9F07-5117199FC04A}" type="parTrans" cxnId="{600A0497-B2C1-BB4C-A594-85B6230EC2D6}">
      <dgm:prSet/>
      <dgm:spPr/>
      <dgm:t>
        <a:bodyPr/>
        <a:lstStyle/>
        <a:p>
          <a:endParaRPr lang="en-US"/>
        </a:p>
      </dgm:t>
    </dgm:pt>
    <dgm:pt modelId="{BA2C39A3-F70E-5844-A875-D7DB3C9BA86A}" type="sibTrans" cxnId="{600A0497-B2C1-BB4C-A594-85B6230EC2D6}">
      <dgm:prSet/>
      <dgm:spPr/>
      <dgm:t>
        <a:bodyPr/>
        <a:lstStyle/>
        <a:p>
          <a:endParaRPr lang="en-US"/>
        </a:p>
      </dgm:t>
    </dgm:pt>
    <dgm:pt modelId="{C42B4F96-FF61-FB44-AD0A-DB7B8837E8DA}">
      <dgm:prSet phldrT="[Text]"/>
      <dgm:spPr/>
      <dgm:t>
        <a:bodyPr/>
        <a:lstStyle/>
        <a:p>
          <a:r>
            <a:rPr lang="en-US" dirty="0"/>
            <a:t>Preprocess</a:t>
          </a:r>
        </a:p>
      </dgm:t>
    </dgm:pt>
    <dgm:pt modelId="{6A114B0B-778B-9245-A393-7BF21547ED61}" type="parTrans" cxnId="{BEF2C455-541E-C24B-8D3C-7EA855DFBDBC}">
      <dgm:prSet/>
      <dgm:spPr/>
      <dgm:t>
        <a:bodyPr/>
        <a:lstStyle/>
        <a:p>
          <a:endParaRPr lang="en-US"/>
        </a:p>
      </dgm:t>
    </dgm:pt>
    <dgm:pt modelId="{5AFE6C4C-0D24-9843-ACEE-C3EAB68060D6}" type="sibTrans" cxnId="{BEF2C455-541E-C24B-8D3C-7EA855DFBDBC}">
      <dgm:prSet/>
      <dgm:spPr/>
      <dgm:t>
        <a:bodyPr/>
        <a:lstStyle/>
        <a:p>
          <a:endParaRPr lang="en-US"/>
        </a:p>
      </dgm:t>
    </dgm:pt>
    <dgm:pt modelId="{2B6AB08C-CBC5-594C-A97D-FD10078EF9DA}">
      <dgm:prSet phldrT="[Text]"/>
      <dgm:spPr/>
      <dgm:t>
        <a:bodyPr/>
        <a:lstStyle/>
        <a:p>
          <a:r>
            <a:rPr lang="en-US" dirty="0"/>
            <a:t>Daily Average</a:t>
          </a:r>
        </a:p>
      </dgm:t>
    </dgm:pt>
    <dgm:pt modelId="{AEED8A0B-BC48-ED47-9074-F59DD7D58F52}" type="parTrans" cxnId="{6A8D91F8-F8CD-5849-89D1-037DA26DC0AF}">
      <dgm:prSet/>
      <dgm:spPr/>
      <dgm:t>
        <a:bodyPr/>
        <a:lstStyle/>
        <a:p>
          <a:endParaRPr lang="en-US"/>
        </a:p>
      </dgm:t>
    </dgm:pt>
    <dgm:pt modelId="{0D08382A-7E8A-804F-AEE4-94EECDD85EFC}" type="sibTrans" cxnId="{6A8D91F8-F8CD-5849-89D1-037DA26DC0AF}">
      <dgm:prSet/>
      <dgm:spPr/>
      <dgm:t>
        <a:bodyPr/>
        <a:lstStyle/>
        <a:p>
          <a:endParaRPr lang="en-US"/>
        </a:p>
      </dgm:t>
    </dgm:pt>
    <dgm:pt modelId="{69C0EEE1-B907-EF48-9101-B1B4D739A2D3}">
      <dgm:prSet phldrT="[Text]"/>
      <dgm:spPr/>
      <dgm:t>
        <a:bodyPr/>
        <a:lstStyle/>
        <a:p>
          <a:r>
            <a:rPr lang="en-US" dirty="0"/>
            <a:t>Amadeus Process</a:t>
          </a:r>
        </a:p>
      </dgm:t>
    </dgm:pt>
    <dgm:pt modelId="{1253E959-3869-6741-8478-FBEBFBAE38CE}" type="parTrans" cxnId="{82334732-CDC8-014C-8001-C56BD9FD416F}">
      <dgm:prSet/>
      <dgm:spPr/>
      <dgm:t>
        <a:bodyPr/>
        <a:lstStyle/>
        <a:p>
          <a:endParaRPr lang="en-US"/>
        </a:p>
      </dgm:t>
    </dgm:pt>
    <dgm:pt modelId="{5482FF35-4F32-D648-972B-BADB4AA15C92}" type="sibTrans" cxnId="{82334732-CDC8-014C-8001-C56BD9FD416F}">
      <dgm:prSet/>
      <dgm:spPr/>
      <dgm:t>
        <a:bodyPr/>
        <a:lstStyle/>
        <a:p>
          <a:endParaRPr lang="en-US"/>
        </a:p>
      </dgm:t>
    </dgm:pt>
    <dgm:pt modelId="{5C6A8180-850A-9947-979B-E4974A3EAEDE}">
      <dgm:prSet phldrT="[Text]"/>
      <dgm:spPr/>
      <dgm:t>
        <a:bodyPr/>
        <a:lstStyle/>
        <a:p>
          <a:r>
            <a:rPr lang="en-US" dirty="0"/>
            <a:t>Model CV</a:t>
          </a:r>
        </a:p>
      </dgm:t>
    </dgm:pt>
    <dgm:pt modelId="{4D4B955E-A25D-304E-9132-493E7756B275}" type="parTrans" cxnId="{62DE6F7F-CA98-564B-B089-AE9A497CDB32}">
      <dgm:prSet/>
      <dgm:spPr/>
      <dgm:t>
        <a:bodyPr/>
        <a:lstStyle/>
        <a:p>
          <a:endParaRPr lang="en-US"/>
        </a:p>
      </dgm:t>
    </dgm:pt>
    <dgm:pt modelId="{26E770E3-9A24-854A-83F6-04FD0F4176F8}" type="sibTrans" cxnId="{62DE6F7F-CA98-564B-B089-AE9A497CDB32}">
      <dgm:prSet/>
      <dgm:spPr/>
      <dgm:t>
        <a:bodyPr/>
        <a:lstStyle/>
        <a:p>
          <a:endParaRPr lang="en-US"/>
        </a:p>
      </dgm:t>
    </dgm:pt>
    <dgm:pt modelId="{ED9FA16B-13CB-CE49-8D77-9DFECB128A09}">
      <dgm:prSet/>
      <dgm:spPr>
        <a:solidFill>
          <a:schemeClr val="accent6"/>
        </a:solidFill>
      </dgm:spPr>
      <dgm:t>
        <a:bodyPr/>
        <a:lstStyle/>
        <a:p>
          <a:r>
            <a:rPr lang="en-US" dirty="0"/>
            <a:t>Covariate data</a:t>
          </a:r>
        </a:p>
      </dgm:t>
    </dgm:pt>
    <dgm:pt modelId="{591B7F2E-16DB-0F4D-998E-3CD2378464C0}" type="parTrans" cxnId="{1E12B2D1-E847-A249-AA81-D413AFAA52B4}">
      <dgm:prSet/>
      <dgm:spPr/>
      <dgm:t>
        <a:bodyPr/>
        <a:lstStyle/>
        <a:p>
          <a:endParaRPr lang="en-US"/>
        </a:p>
      </dgm:t>
    </dgm:pt>
    <dgm:pt modelId="{4CF87E5D-7007-384B-AB62-3FF8201CEB7F}" type="sibTrans" cxnId="{1E12B2D1-E847-A249-AA81-D413AFAA52B4}">
      <dgm:prSet/>
      <dgm:spPr/>
      <dgm:t>
        <a:bodyPr/>
        <a:lstStyle/>
        <a:p>
          <a:endParaRPr lang="en-US"/>
        </a:p>
      </dgm:t>
    </dgm:pt>
    <dgm:pt modelId="{1EFB3A05-C2E1-4440-93D8-BF8D0B5CEBFD}">
      <dgm:prSet/>
      <dgm:spPr/>
      <dgm:t>
        <a:bodyPr/>
        <a:lstStyle/>
        <a:p>
          <a:r>
            <a:rPr lang="en-US" dirty="0"/>
            <a:t>Process @HAPs</a:t>
          </a:r>
        </a:p>
      </dgm:t>
    </dgm:pt>
    <dgm:pt modelId="{A192792B-D4D4-BC44-A8D2-D0017C5A60FB}" type="parTrans" cxnId="{838C0873-4BE9-8446-A40F-9821230268F0}">
      <dgm:prSet/>
      <dgm:spPr/>
      <dgm:t>
        <a:bodyPr/>
        <a:lstStyle/>
        <a:p>
          <a:endParaRPr lang="en-US"/>
        </a:p>
      </dgm:t>
    </dgm:pt>
    <dgm:pt modelId="{9ACA8CD6-3283-9549-A51D-73426EE293A4}" type="sibTrans" cxnId="{838C0873-4BE9-8446-A40F-9821230268F0}">
      <dgm:prSet/>
      <dgm:spPr/>
      <dgm:t>
        <a:bodyPr/>
        <a:lstStyle/>
        <a:p>
          <a:endParaRPr lang="en-US"/>
        </a:p>
      </dgm:t>
    </dgm:pt>
    <dgm:pt modelId="{0382CA24-E0B1-8C4E-8ECF-FC38CD9A9899}">
      <dgm:prSet/>
      <dgm:spPr/>
      <dgm:t>
        <a:bodyPr/>
        <a:lstStyle/>
        <a:p>
          <a:r>
            <a:rPr lang="en-US" dirty="0"/>
            <a:t>Calculate @HAPs</a:t>
          </a:r>
        </a:p>
      </dgm:t>
    </dgm:pt>
    <dgm:pt modelId="{3867CCA2-B271-8841-A656-2EACBFBE97EB}" type="parTrans" cxnId="{D624CBAA-93E6-C84D-A4E9-DD75C4C833B2}">
      <dgm:prSet/>
      <dgm:spPr/>
      <dgm:t>
        <a:bodyPr/>
        <a:lstStyle/>
        <a:p>
          <a:endParaRPr lang="en-US"/>
        </a:p>
      </dgm:t>
    </dgm:pt>
    <dgm:pt modelId="{FECA3856-F86B-D448-942F-8E98B3BC63C9}" type="sibTrans" cxnId="{D624CBAA-93E6-C84D-A4E9-DD75C4C833B2}">
      <dgm:prSet/>
      <dgm:spPr/>
      <dgm:t>
        <a:bodyPr/>
        <a:lstStyle/>
        <a:p>
          <a:endParaRPr lang="en-US"/>
        </a:p>
      </dgm:t>
    </dgm:pt>
    <dgm:pt modelId="{20360564-32DC-B545-8D11-7D800782BEA8}">
      <dgm:prSet/>
      <dgm:spPr/>
      <dgm:t>
        <a:bodyPr/>
        <a:lstStyle/>
        <a:p>
          <a:r>
            <a:rPr lang="en-US" dirty="0"/>
            <a:t>Process @Pred. grid</a:t>
          </a:r>
        </a:p>
      </dgm:t>
    </dgm:pt>
    <dgm:pt modelId="{DFBC880B-7C21-D847-B286-2D9A0A92A6B8}" type="parTrans" cxnId="{0F336C7D-4007-A04C-B779-5F98E8115918}">
      <dgm:prSet/>
      <dgm:spPr/>
      <dgm:t>
        <a:bodyPr/>
        <a:lstStyle/>
        <a:p>
          <a:endParaRPr lang="en-US"/>
        </a:p>
      </dgm:t>
    </dgm:pt>
    <dgm:pt modelId="{3DAA1E6C-5890-6948-91F1-033127E05CCC}" type="sibTrans" cxnId="{0F336C7D-4007-A04C-B779-5F98E8115918}">
      <dgm:prSet/>
      <dgm:spPr/>
      <dgm:t>
        <a:bodyPr/>
        <a:lstStyle/>
        <a:p>
          <a:endParaRPr lang="en-US"/>
        </a:p>
      </dgm:t>
    </dgm:pt>
    <dgm:pt modelId="{600A6379-5F06-9248-B919-21F9DB9D0768}">
      <dgm:prSet/>
      <dgm:spPr>
        <a:solidFill>
          <a:schemeClr val="accent4"/>
        </a:solidFill>
      </dgm:spPr>
      <dgm:t>
        <a:bodyPr/>
        <a:lstStyle/>
        <a:p>
          <a:r>
            <a:rPr lang="en-US" dirty="0"/>
            <a:t>Full model fit</a:t>
          </a:r>
        </a:p>
      </dgm:t>
    </dgm:pt>
    <dgm:pt modelId="{45EA6995-9EA0-C447-845E-9583CB00CB83}" type="parTrans" cxnId="{E3A9D1D6-B4FB-104B-B81C-A085CE3AD371}">
      <dgm:prSet/>
      <dgm:spPr/>
      <dgm:t>
        <a:bodyPr/>
        <a:lstStyle/>
        <a:p>
          <a:endParaRPr lang="en-US"/>
        </a:p>
      </dgm:t>
    </dgm:pt>
    <dgm:pt modelId="{017C2CE0-AF10-BE44-B6D0-13035C17ABDD}" type="sibTrans" cxnId="{E3A9D1D6-B4FB-104B-B81C-A085CE3AD371}">
      <dgm:prSet/>
      <dgm:spPr/>
      <dgm:t>
        <a:bodyPr/>
        <a:lstStyle/>
        <a:p>
          <a:endParaRPr lang="en-US"/>
        </a:p>
      </dgm:t>
    </dgm:pt>
    <dgm:pt modelId="{27966470-896D-FA4C-864A-69DABF2A2C0A}">
      <dgm:prSet/>
      <dgm:spPr>
        <a:solidFill>
          <a:schemeClr val="accent2"/>
        </a:solidFill>
      </dgm:spPr>
      <dgm:t>
        <a:bodyPr/>
        <a:lstStyle/>
        <a:p>
          <a:r>
            <a:rPr lang="en-US" dirty="0"/>
            <a:t>Parameter selection</a:t>
          </a:r>
        </a:p>
      </dgm:t>
    </dgm:pt>
    <dgm:pt modelId="{A94E7B35-1BDE-D24A-ADA9-E2CF501992C2}" type="parTrans" cxnId="{6F416EA0-1825-8C4B-AD92-7AB7E68202CE}">
      <dgm:prSet/>
      <dgm:spPr/>
      <dgm:t>
        <a:bodyPr/>
        <a:lstStyle/>
        <a:p>
          <a:endParaRPr lang="en-US"/>
        </a:p>
      </dgm:t>
    </dgm:pt>
    <dgm:pt modelId="{08D0EB36-7935-DD4C-B3D9-E7427CDFD5AE}" type="sibTrans" cxnId="{6F416EA0-1825-8C4B-AD92-7AB7E68202CE}">
      <dgm:prSet/>
      <dgm:spPr/>
      <dgm:t>
        <a:bodyPr/>
        <a:lstStyle/>
        <a:p>
          <a:endParaRPr lang="en-US"/>
        </a:p>
      </dgm:t>
    </dgm:pt>
    <dgm:pt modelId="{8ACDE71E-73DF-DF41-8A00-61771C3A6647}">
      <dgm:prSet/>
      <dgm:spPr/>
      <dgm:t>
        <a:bodyPr/>
        <a:lstStyle/>
        <a:p>
          <a:r>
            <a:rPr lang="en-US" dirty="0"/>
            <a:t>Predictions</a:t>
          </a:r>
        </a:p>
      </dgm:t>
    </dgm:pt>
    <dgm:pt modelId="{7E5A2FF1-B644-004C-A29D-9F1F971DC7B7}" type="parTrans" cxnId="{73E02087-A161-4B46-8AC0-EA4DB6FDCDAC}">
      <dgm:prSet/>
      <dgm:spPr/>
      <dgm:t>
        <a:bodyPr/>
        <a:lstStyle/>
        <a:p>
          <a:endParaRPr lang="en-US"/>
        </a:p>
      </dgm:t>
    </dgm:pt>
    <dgm:pt modelId="{82ED8F19-F4FB-2148-B373-B3B522EAC102}" type="sibTrans" cxnId="{73E02087-A161-4B46-8AC0-EA4DB6FDCDAC}">
      <dgm:prSet/>
      <dgm:spPr/>
      <dgm:t>
        <a:bodyPr/>
        <a:lstStyle/>
        <a:p>
          <a:endParaRPr lang="en-US"/>
        </a:p>
      </dgm:t>
    </dgm:pt>
    <dgm:pt modelId="{575B9356-0322-E04B-B022-688470195641}">
      <dgm:prSet/>
      <dgm:spPr/>
      <dgm:t>
        <a:bodyPr/>
        <a:lstStyle/>
        <a:p>
          <a:r>
            <a:rPr lang="en-US" dirty="0"/>
            <a:t>Calculate @Pred. grid</a:t>
          </a:r>
        </a:p>
      </dgm:t>
    </dgm:pt>
    <dgm:pt modelId="{6D726506-49B1-D642-8694-28368AA4842C}" type="parTrans" cxnId="{B44FD936-EB17-A942-B76F-A737E3DF7B29}">
      <dgm:prSet/>
      <dgm:spPr/>
      <dgm:t>
        <a:bodyPr/>
        <a:lstStyle/>
        <a:p>
          <a:endParaRPr lang="en-US"/>
        </a:p>
      </dgm:t>
    </dgm:pt>
    <dgm:pt modelId="{B597D2BD-CA2F-D74B-8347-12DCF99E2B22}" type="sibTrans" cxnId="{B44FD936-EB17-A942-B76F-A737E3DF7B29}">
      <dgm:prSet/>
      <dgm:spPr/>
      <dgm:t>
        <a:bodyPr/>
        <a:lstStyle/>
        <a:p>
          <a:endParaRPr lang="en-US"/>
        </a:p>
      </dgm:t>
    </dgm:pt>
    <dgm:pt modelId="{E73637BB-CC6C-DA42-B7BF-089B8B3A21E6}">
      <dgm:prSet/>
      <dgm:spPr>
        <a:solidFill>
          <a:schemeClr val="accent6"/>
        </a:solidFill>
      </dgm:spPr>
      <dgm:t>
        <a:bodyPr/>
        <a:lstStyle/>
        <a:p>
          <a:r>
            <a:rPr lang="en-US" dirty="0"/>
            <a:t>Prediction grid</a:t>
          </a:r>
        </a:p>
      </dgm:t>
    </dgm:pt>
    <dgm:pt modelId="{BA581B40-5DEE-B54E-9219-B0CF6A8FE8DC}" type="parTrans" cxnId="{9BCDFF4B-D6AD-DA4F-BBC9-B17069F8E4E2}">
      <dgm:prSet/>
      <dgm:spPr/>
      <dgm:t>
        <a:bodyPr/>
        <a:lstStyle/>
        <a:p>
          <a:endParaRPr lang="en-US"/>
        </a:p>
      </dgm:t>
    </dgm:pt>
    <dgm:pt modelId="{143334A8-349B-9A42-9F8E-14AE7C5D6FF7}" type="sibTrans" cxnId="{9BCDFF4B-D6AD-DA4F-BBC9-B17069F8E4E2}">
      <dgm:prSet/>
      <dgm:spPr/>
      <dgm:t>
        <a:bodyPr/>
        <a:lstStyle/>
        <a:p>
          <a:endParaRPr lang="en-US"/>
        </a:p>
      </dgm:t>
    </dgm:pt>
    <dgm:pt modelId="{75FFBD60-233F-664C-A435-8E86A9AFE009}">
      <dgm:prSet/>
      <dgm:spPr>
        <a:solidFill>
          <a:schemeClr val="accent2"/>
        </a:solidFill>
      </dgm:spPr>
      <dgm:t>
        <a:bodyPr/>
        <a:lstStyle/>
        <a:p>
          <a:r>
            <a:rPr lang="en-US" dirty="0"/>
            <a:t>Predictions</a:t>
          </a:r>
        </a:p>
      </dgm:t>
    </dgm:pt>
    <dgm:pt modelId="{94E520B9-A965-2F49-9573-D3E13432C6B7}" type="parTrans" cxnId="{A555D41B-B2DB-3E45-AB26-D8E2B1958551}">
      <dgm:prSet/>
      <dgm:spPr/>
      <dgm:t>
        <a:bodyPr/>
        <a:lstStyle/>
        <a:p>
          <a:endParaRPr lang="en-US"/>
        </a:p>
      </dgm:t>
    </dgm:pt>
    <dgm:pt modelId="{543E90CC-FBF1-E745-8879-3F1BA1A0A8E3}" type="sibTrans" cxnId="{A555D41B-B2DB-3E45-AB26-D8E2B1958551}">
      <dgm:prSet/>
      <dgm:spPr/>
      <dgm:t>
        <a:bodyPr/>
        <a:lstStyle/>
        <a:p>
          <a:endParaRPr lang="en-US"/>
        </a:p>
      </dgm:t>
    </dgm:pt>
    <dgm:pt modelId="{A33AA6D7-8999-4B47-B938-16A0E0BFB6EF}">
      <dgm:prSet/>
      <dgm:spPr>
        <a:solidFill>
          <a:schemeClr val="accent4"/>
        </a:solidFill>
      </dgm:spPr>
      <dgm:t>
        <a:bodyPr/>
        <a:lstStyle/>
        <a:p>
          <a:r>
            <a:rPr lang="en-US" dirty="0"/>
            <a:t>Model CV</a:t>
          </a:r>
        </a:p>
      </dgm:t>
    </dgm:pt>
    <dgm:pt modelId="{EAE666B2-FBF6-7142-9E46-F4D81EA16748}" type="parTrans" cxnId="{81D7B12A-8F67-2843-86C7-1E7DA4C40C98}">
      <dgm:prSet/>
      <dgm:spPr/>
      <dgm:t>
        <a:bodyPr/>
        <a:lstStyle/>
        <a:p>
          <a:endParaRPr lang="en-US"/>
        </a:p>
      </dgm:t>
    </dgm:pt>
    <dgm:pt modelId="{5F5BA5ED-BE87-6249-89E9-DBC62408BF08}" type="sibTrans" cxnId="{81D7B12A-8F67-2843-86C7-1E7DA4C40C98}">
      <dgm:prSet/>
      <dgm:spPr/>
      <dgm:t>
        <a:bodyPr/>
        <a:lstStyle/>
        <a:p>
          <a:endParaRPr lang="en-US"/>
        </a:p>
      </dgm:t>
    </dgm:pt>
    <dgm:pt modelId="{F9707FF7-65A0-8B4F-9637-81878C885C57}">
      <dgm:prSet phldrT="[Text]"/>
      <dgm:spPr/>
      <dgm:t>
        <a:bodyPr/>
        <a:lstStyle/>
        <a:p>
          <a:r>
            <a:rPr lang="en-US" dirty="0"/>
            <a:t>Full model fit</a:t>
          </a:r>
        </a:p>
      </dgm:t>
    </dgm:pt>
    <dgm:pt modelId="{40AD4C3E-A2D9-A84E-A122-F03E96081319}" type="parTrans" cxnId="{5ECC87A5-4CE6-F446-A750-019B0C0B6D29}">
      <dgm:prSet/>
      <dgm:spPr/>
      <dgm:t>
        <a:bodyPr/>
        <a:lstStyle/>
        <a:p>
          <a:endParaRPr lang="en-US"/>
        </a:p>
      </dgm:t>
    </dgm:pt>
    <dgm:pt modelId="{4FAF2D55-28F9-6845-91C0-5A70D5392287}" type="sibTrans" cxnId="{5ECC87A5-4CE6-F446-A750-019B0C0B6D29}">
      <dgm:prSet/>
      <dgm:spPr/>
      <dgm:t>
        <a:bodyPr/>
        <a:lstStyle/>
        <a:p>
          <a:endParaRPr lang="en-US"/>
        </a:p>
      </dgm:t>
    </dgm:pt>
    <dgm:pt modelId="{CD9BD929-4A2A-1F4B-9589-143E5BDB7CE5}">
      <dgm:prSet phldrT="[Text]"/>
      <dgm:spPr>
        <a:solidFill>
          <a:schemeClr val="accent2"/>
        </a:solidFill>
      </dgm:spPr>
      <dgm:t>
        <a:bodyPr/>
        <a:lstStyle/>
        <a:p>
          <a:r>
            <a:rPr lang="en-US" dirty="0"/>
            <a:t>Validation metrics</a:t>
          </a:r>
        </a:p>
      </dgm:t>
    </dgm:pt>
    <dgm:pt modelId="{CB08C351-0C69-E14A-9B78-76E307592CF3}" type="parTrans" cxnId="{BB5B64BD-5BC7-EC49-85CE-EC72AA7F026B}">
      <dgm:prSet/>
      <dgm:spPr/>
      <dgm:t>
        <a:bodyPr/>
        <a:lstStyle/>
        <a:p>
          <a:endParaRPr lang="en-US"/>
        </a:p>
      </dgm:t>
    </dgm:pt>
    <dgm:pt modelId="{3D52B94D-DD75-9747-8669-3AAE0F110F2E}" type="sibTrans" cxnId="{BB5B64BD-5BC7-EC49-85CE-EC72AA7F026B}">
      <dgm:prSet/>
      <dgm:spPr/>
      <dgm:t>
        <a:bodyPr/>
        <a:lstStyle/>
        <a:p>
          <a:endParaRPr lang="en-US"/>
        </a:p>
      </dgm:t>
    </dgm:pt>
    <dgm:pt modelId="{8B4F2458-838A-4C4B-B608-00325D373A15}">
      <dgm:prSet/>
      <dgm:spPr/>
      <dgm:t>
        <a:bodyPr/>
        <a:lstStyle/>
        <a:p>
          <a:r>
            <a:rPr lang="en-US" dirty="0"/>
            <a:t>Process @Pred. grid</a:t>
          </a:r>
        </a:p>
      </dgm:t>
    </dgm:pt>
    <dgm:pt modelId="{1322D8CF-2830-E548-9ED3-04F5AD82EBF9}" type="parTrans" cxnId="{9B35E82A-5934-4E42-96C3-C2D771848505}">
      <dgm:prSet/>
      <dgm:spPr/>
      <dgm:t>
        <a:bodyPr/>
        <a:lstStyle/>
        <a:p>
          <a:endParaRPr lang="en-US"/>
        </a:p>
      </dgm:t>
    </dgm:pt>
    <dgm:pt modelId="{F159CB36-0CF8-0048-8198-0343DC2CB699}" type="sibTrans" cxnId="{9B35E82A-5934-4E42-96C3-C2D771848505}">
      <dgm:prSet/>
      <dgm:spPr/>
      <dgm:t>
        <a:bodyPr/>
        <a:lstStyle/>
        <a:p>
          <a:endParaRPr lang="en-US"/>
        </a:p>
      </dgm:t>
    </dgm:pt>
    <dgm:pt modelId="{F594864E-8616-EA47-B2C6-18EAD50383D7}">
      <dgm:prSet phldrT="[Text]"/>
      <dgm:spPr/>
      <dgm:t>
        <a:bodyPr/>
        <a:lstStyle/>
        <a:p>
          <a:r>
            <a:rPr lang="en-US" dirty="0"/>
            <a:t>Process @ HAPS</a:t>
          </a:r>
        </a:p>
      </dgm:t>
    </dgm:pt>
    <dgm:pt modelId="{CC967C6E-B730-C34E-9000-F1E610EF0285}" type="parTrans" cxnId="{B9E2563A-022C-E049-AF7C-6882CD6522FE}">
      <dgm:prSet/>
      <dgm:spPr/>
      <dgm:t>
        <a:bodyPr/>
        <a:lstStyle/>
        <a:p>
          <a:endParaRPr lang="en-US"/>
        </a:p>
      </dgm:t>
    </dgm:pt>
    <dgm:pt modelId="{CAA56A16-6571-B749-8479-506268EAAC83}" type="sibTrans" cxnId="{B9E2563A-022C-E049-AF7C-6882CD6522FE}">
      <dgm:prSet/>
      <dgm:spPr/>
      <dgm:t>
        <a:bodyPr/>
        <a:lstStyle/>
        <a:p>
          <a:endParaRPr lang="en-US"/>
        </a:p>
      </dgm:t>
    </dgm:pt>
    <dgm:pt modelId="{9F296D27-46EC-AF43-BC90-4526D1727E5D}" type="pres">
      <dgm:prSet presAssocID="{4089CD41-F595-DB44-A7C1-AA063BD8189C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5C2867CE-8DA2-5846-9189-488003BB200F}" type="pres">
      <dgm:prSet presAssocID="{90705FA4-5A75-8E40-8FA7-B35437D999CA}" presName="root1" presStyleCnt="0"/>
      <dgm:spPr/>
    </dgm:pt>
    <dgm:pt modelId="{4F0F6760-C413-2A48-925F-A83AC936267C}" type="pres">
      <dgm:prSet presAssocID="{90705FA4-5A75-8E40-8FA7-B35437D999CA}" presName="LevelOneTextNode" presStyleLbl="node0" presStyleIdx="0" presStyleCnt="3" custLinFactY="-157820" custLinFactNeighborX="-490" custLinFactNeighborY="-200000">
        <dgm:presLayoutVars>
          <dgm:chPref val="3"/>
        </dgm:presLayoutVars>
      </dgm:prSet>
      <dgm:spPr/>
    </dgm:pt>
    <dgm:pt modelId="{84776321-6DA6-A045-9E25-F2F705BC4AEB}" type="pres">
      <dgm:prSet presAssocID="{90705FA4-5A75-8E40-8FA7-B35437D999CA}" presName="level2hierChild" presStyleCnt="0"/>
      <dgm:spPr/>
    </dgm:pt>
    <dgm:pt modelId="{F1031B7C-3226-4845-841C-C4D1C7E3F889}" type="pres">
      <dgm:prSet presAssocID="{D6F695C2-B7C0-0645-9053-0F69064DDCC1}" presName="conn2-1" presStyleLbl="parChTrans1D2" presStyleIdx="0" presStyleCnt="4"/>
      <dgm:spPr/>
    </dgm:pt>
    <dgm:pt modelId="{8464BDD9-1444-D745-887B-BCBA410C306C}" type="pres">
      <dgm:prSet presAssocID="{D6F695C2-B7C0-0645-9053-0F69064DDCC1}" presName="connTx" presStyleLbl="parChTrans1D2" presStyleIdx="0" presStyleCnt="4"/>
      <dgm:spPr/>
    </dgm:pt>
    <dgm:pt modelId="{91CF6790-AB2B-FC4C-AA19-16D8D20956C6}" type="pres">
      <dgm:prSet presAssocID="{6EFD4D93-83BE-5F4E-8225-A98FFE6A8190}" presName="root2" presStyleCnt="0"/>
      <dgm:spPr/>
    </dgm:pt>
    <dgm:pt modelId="{C207FB42-4D71-1844-963D-7A1C21EF5300}" type="pres">
      <dgm:prSet presAssocID="{6EFD4D93-83BE-5F4E-8225-A98FFE6A8190}" presName="LevelTwoTextNode" presStyleLbl="node2" presStyleIdx="0" presStyleCnt="4" custLinFactY="-147895" custLinFactNeighborX="18326" custLinFactNeighborY="-200000">
        <dgm:presLayoutVars>
          <dgm:chPref val="3"/>
        </dgm:presLayoutVars>
      </dgm:prSet>
      <dgm:spPr/>
    </dgm:pt>
    <dgm:pt modelId="{C2E8E85D-40CE-EA42-9577-4F80C9F9090F}" type="pres">
      <dgm:prSet presAssocID="{6EFD4D93-83BE-5F4E-8225-A98FFE6A8190}" presName="level3hierChild" presStyleCnt="0"/>
      <dgm:spPr/>
    </dgm:pt>
    <dgm:pt modelId="{17892AC1-E768-0B40-8CD5-9C15A0951E7F}" type="pres">
      <dgm:prSet presAssocID="{0A809812-603F-2D43-9F07-5117199FC04A}" presName="conn2-1" presStyleLbl="parChTrans1D3" presStyleIdx="0" presStyleCnt="3"/>
      <dgm:spPr/>
    </dgm:pt>
    <dgm:pt modelId="{D8F410F6-3A6E-7749-BA9F-65E83BE65CDC}" type="pres">
      <dgm:prSet presAssocID="{0A809812-603F-2D43-9F07-5117199FC04A}" presName="connTx" presStyleLbl="parChTrans1D3" presStyleIdx="0" presStyleCnt="3"/>
      <dgm:spPr/>
    </dgm:pt>
    <dgm:pt modelId="{0636BEF2-1E0E-A94A-AF98-CBB2A3CAE760}" type="pres">
      <dgm:prSet presAssocID="{E817EFD4-D04A-D643-BC5A-1155232D1226}" presName="root2" presStyleCnt="0"/>
      <dgm:spPr/>
    </dgm:pt>
    <dgm:pt modelId="{496D820D-071C-2F4B-B621-76188297CC04}" type="pres">
      <dgm:prSet presAssocID="{E817EFD4-D04A-D643-BC5A-1155232D1226}" presName="LevelTwoTextNode" presStyleLbl="node3" presStyleIdx="0" presStyleCnt="3" custScaleY="94901" custLinFactY="-100000" custLinFactNeighborX="-32934" custLinFactNeighborY="-100932">
        <dgm:presLayoutVars>
          <dgm:chPref val="3"/>
        </dgm:presLayoutVars>
      </dgm:prSet>
      <dgm:spPr/>
    </dgm:pt>
    <dgm:pt modelId="{5A377C7E-0D77-0B4B-A5E9-534153870682}" type="pres">
      <dgm:prSet presAssocID="{E817EFD4-D04A-D643-BC5A-1155232D1226}" presName="level3hierChild" presStyleCnt="0"/>
      <dgm:spPr/>
    </dgm:pt>
    <dgm:pt modelId="{5C77CC08-232E-3E48-9D2A-18946A75FDB5}" type="pres">
      <dgm:prSet presAssocID="{6A114B0B-778B-9245-A393-7BF21547ED61}" presName="conn2-1" presStyleLbl="parChTrans1D4" presStyleIdx="0" presStyleCnt="12"/>
      <dgm:spPr/>
    </dgm:pt>
    <dgm:pt modelId="{E7F808BB-D711-D04A-B872-D7FCB5E99665}" type="pres">
      <dgm:prSet presAssocID="{6A114B0B-778B-9245-A393-7BF21547ED61}" presName="connTx" presStyleLbl="parChTrans1D4" presStyleIdx="0" presStyleCnt="12"/>
      <dgm:spPr/>
    </dgm:pt>
    <dgm:pt modelId="{33765983-C75D-714E-8B78-FD7097999DA1}" type="pres">
      <dgm:prSet presAssocID="{C42B4F96-FF61-FB44-AD0A-DB7B8837E8DA}" presName="root2" presStyleCnt="0"/>
      <dgm:spPr/>
    </dgm:pt>
    <dgm:pt modelId="{D9E215AC-69EA-F540-B719-B8658A1B82A2}" type="pres">
      <dgm:prSet presAssocID="{C42B4F96-FF61-FB44-AD0A-DB7B8837E8DA}" presName="LevelTwoTextNode" presStyleLbl="node4" presStyleIdx="0" presStyleCnt="12" custLinFactY="-59630" custLinFactNeighborX="-66674" custLinFactNeighborY="-100000">
        <dgm:presLayoutVars>
          <dgm:chPref val="3"/>
        </dgm:presLayoutVars>
      </dgm:prSet>
      <dgm:spPr/>
    </dgm:pt>
    <dgm:pt modelId="{8479473E-60AE-4143-BC70-AB83E8EB93CC}" type="pres">
      <dgm:prSet presAssocID="{C42B4F96-FF61-FB44-AD0A-DB7B8837E8DA}" presName="level3hierChild" presStyleCnt="0"/>
      <dgm:spPr/>
    </dgm:pt>
    <dgm:pt modelId="{7144E2D2-F959-8C4F-A9F5-4DF796121150}" type="pres">
      <dgm:prSet presAssocID="{AEED8A0B-BC48-ED47-9074-F59DD7D58F52}" presName="conn2-1" presStyleLbl="parChTrans1D4" presStyleIdx="1" presStyleCnt="12"/>
      <dgm:spPr/>
    </dgm:pt>
    <dgm:pt modelId="{83113C78-3650-BC4D-8200-11F23ED4BBE8}" type="pres">
      <dgm:prSet presAssocID="{AEED8A0B-BC48-ED47-9074-F59DD7D58F52}" presName="connTx" presStyleLbl="parChTrans1D4" presStyleIdx="1" presStyleCnt="12"/>
      <dgm:spPr/>
    </dgm:pt>
    <dgm:pt modelId="{F221CC1F-2F25-7147-9BD1-7A52FBD05F4B}" type="pres">
      <dgm:prSet presAssocID="{2B6AB08C-CBC5-594C-A97D-FD10078EF9DA}" presName="root2" presStyleCnt="0"/>
      <dgm:spPr/>
    </dgm:pt>
    <dgm:pt modelId="{AB396F83-F45B-2F4D-A904-EA41AB37352A}" type="pres">
      <dgm:prSet presAssocID="{2B6AB08C-CBC5-594C-A97D-FD10078EF9DA}" presName="LevelTwoTextNode" presStyleLbl="node4" presStyleIdx="1" presStyleCnt="12" custLinFactX="-3170" custLinFactNeighborX="-100000" custLinFactNeighborY="-73464">
        <dgm:presLayoutVars>
          <dgm:chPref val="3"/>
        </dgm:presLayoutVars>
      </dgm:prSet>
      <dgm:spPr/>
    </dgm:pt>
    <dgm:pt modelId="{485E4FCD-414E-9C43-8192-6DB18E71AFCD}" type="pres">
      <dgm:prSet presAssocID="{2B6AB08C-CBC5-594C-A97D-FD10078EF9DA}" presName="level3hierChild" presStyleCnt="0"/>
      <dgm:spPr/>
    </dgm:pt>
    <dgm:pt modelId="{14F2C1DC-2A2D-7446-B356-371BCB3944D6}" type="pres">
      <dgm:prSet presAssocID="{CC967C6E-B730-C34E-9000-F1E610EF0285}" presName="conn2-1" presStyleLbl="parChTrans1D4" presStyleIdx="2" presStyleCnt="12"/>
      <dgm:spPr/>
    </dgm:pt>
    <dgm:pt modelId="{D9938188-2A09-8D40-861A-473C6DF376BA}" type="pres">
      <dgm:prSet presAssocID="{CC967C6E-B730-C34E-9000-F1E610EF0285}" presName="connTx" presStyleLbl="parChTrans1D4" presStyleIdx="2" presStyleCnt="12"/>
      <dgm:spPr/>
    </dgm:pt>
    <dgm:pt modelId="{36926277-ACC9-DE48-B83A-13D1FB5F7862}" type="pres">
      <dgm:prSet presAssocID="{F594864E-8616-EA47-B2C6-18EAD50383D7}" presName="root2" presStyleCnt="0"/>
      <dgm:spPr/>
    </dgm:pt>
    <dgm:pt modelId="{57C71C33-2E17-C746-BA51-DF13C906CAC9}" type="pres">
      <dgm:prSet presAssocID="{F594864E-8616-EA47-B2C6-18EAD50383D7}" presName="LevelTwoTextNode" presStyleLbl="node4" presStyleIdx="2" presStyleCnt="12" custLinFactX="-81369" custLinFactY="100000" custLinFactNeighborX="-100000" custLinFactNeighborY="150993">
        <dgm:presLayoutVars>
          <dgm:chPref val="3"/>
        </dgm:presLayoutVars>
      </dgm:prSet>
      <dgm:spPr/>
    </dgm:pt>
    <dgm:pt modelId="{E258E402-410A-FA44-B2C1-CE09320650C0}" type="pres">
      <dgm:prSet presAssocID="{F594864E-8616-EA47-B2C6-18EAD50383D7}" presName="level3hierChild" presStyleCnt="0"/>
      <dgm:spPr/>
    </dgm:pt>
    <dgm:pt modelId="{91877F3A-F0A7-1D43-845A-F8653FEBDB13}" type="pres">
      <dgm:prSet presAssocID="{1253E959-3869-6741-8478-FBEBFBAE38CE}" presName="conn2-1" presStyleLbl="parChTrans1D4" presStyleIdx="3" presStyleCnt="12"/>
      <dgm:spPr/>
    </dgm:pt>
    <dgm:pt modelId="{F9CE2DC5-35A3-8A45-84B4-18BA2DF82831}" type="pres">
      <dgm:prSet presAssocID="{1253E959-3869-6741-8478-FBEBFBAE38CE}" presName="connTx" presStyleLbl="parChTrans1D4" presStyleIdx="3" presStyleCnt="12"/>
      <dgm:spPr/>
    </dgm:pt>
    <dgm:pt modelId="{B262F59F-5DE4-5148-880B-0092277AE929}" type="pres">
      <dgm:prSet presAssocID="{69C0EEE1-B907-EF48-9101-B1B4D739A2D3}" presName="root2" presStyleCnt="0"/>
      <dgm:spPr/>
    </dgm:pt>
    <dgm:pt modelId="{F4FF3CA5-7B19-0649-973E-EF0D6EA2B1EA}" type="pres">
      <dgm:prSet presAssocID="{69C0EEE1-B907-EF48-9101-B1B4D739A2D3}" presName="LevelTwoTextNode" presStyleLbl="node4" presStyleIdx="3" presStyleCnt="12" custLinFactX="-31357" custLinFactY="-26439" custLinFactNeighborX="-100000" custLinFactNeighborY="-100000">
        <dgm:presLayoutVars>
          <dgm:chPref val="3"/>
        </dgm:presLayoutVars>
      </dgm:prSet>
      <dgm:spPr/>
    </dgm:pt>
    <dgm:pt modelId="{193F72E3-E08A-C549-81F6-A1300127E0D5}" type="pres">
      <dgm:prSet presAssocID="{69C0EEE1-B907-EF48-9101-B1B4D739A2D3}" presName="level3hierChild" presStyleCnt="0"/>
      <dgm:spPr/>
    </dgm:pt>
    <dgm:pt modelId="{146899B6-3A93-8F4C-BE51-EE24C7057A81}" type="pres">
      <dgm:prSet presAssocID="{4D4B955E-A25D-304E-9132-493E7756B275}" presName="conn2-1" presStyleLbl="parChTrans1D4" presStyleIdx="4" presStyleCnt="12"/>
      <dgm:spPr/>
    </dgm:pt>
    <dgm:pt modelId="{DD765FC7-B5DB-AA44-AE1A-AFBCCBD23442}" type="pres">
      <dgm:prSet presAssocID="{4D4B955E-A25D-304E-9132-493E7756B275}" presName="connTx" presStyleLbl="parChTrans1D4" presStyleIdx="4" presStyleCnt="12"/>
      <dgm:spPr/>
    </dgm:pt>
    <dgm:pt modelId="{06B15169-16A0-B549-8D76-03EFF6415239}" type="pres">
      <dgm:prSet presAssocID="{5C6A8180-850A-9947-979B-E4974A3EAEDE}" presName="root2" presStyleCnt="0"/>
      <dgm:spPr/>
    </dgm:pt>
    <dgm:pt modelId="{3B1D4A94-7802-5F49-AF81-9831EEA4089D}" type="pres">
      <dgm:prSet presAssocID="{5C6A8180-850A-9947-979B-E4974A3EAEDE}" presName="LevelTwoTextNode" presStyleLbl="node4" presStyleIdx="4" presStyleCnt="12" custLinFactNeighborX="-37334" custLinFactNeighborY="-10984">
        <dgm:presLayoutVars>
          <dgm:chPref val="3"/>
        </dgm:presLayoutVars>
      </dgm:prSet>
      <dgm:spPr/>
    </dgm:pt>
    <dgm:pt modelId="{4DDAD978-9FBF-FF47-9295-730E0446C0DD}" type="pres">
      <dgm:prSet presAssocID="{5C6A8180-850A-9947-979B-E4974A3EAEDE}" presName="level3hierChild" presStyleCnt="0"/>
      <dgm:spPr/>
    </dgm:pt>
    <dgm:pt modelId="{41EE5498-B731-8F49-BA82-ECC37ABCF394}" type="pres">
      <dgm:prSet presAssocID="{CB08C351-0C69-E14A-9B78-76E307592CF3}" presName="conn2-1" presStyleLbl="parChTrans1D4" presStyleIdx="5" presStyleCnt="12"/>
      <dgm:spPr/>
    </dgm:pt>
    <dgm:pt modelId="{D59D99A9-F61A-5A40-9C47-5D68DC9FC714}" type="pres">
      <dgm:prSet presAssocID="{CB08C351-0C69-E14A-9B78-76E307592CF3}" presName="connTx" presStyleLbl="parChTrans1D4" presStyleIdx="5" presStyleCnt="12"/>
      <dgm:spPr/>
    </dgm:pt>
    <dgm:pt modelId="{95202AA2-0968-874F-AF3E-2CA8EC6F8176}" type="pres">
      <dgm:prSet presAssocID="{CD9BD929-4A2A-1F4B-9589-143E5BDB7CE5}" presName="root2" presStyleCnt="0"/>
      <dgm:spPr/>
    </dgm:pt>
    <dgm:pt modelId="{BE886E28-EEAA-EA42-8228-5D156B213D34}" type="pres">
      <dgm:prSet presAssocID="{CD9BD929-4A2A-1F4B-9589-143E5BDB7CE5}" presName="LevelTwoTextNode" presStyleLbl="node4" presStyleIdx="5" presStyleCnt="12" custLinFactNeighborX="1401" custLinFactNeighborY="-2983">
        <dgm:presLayoutVars>
          <dgm:chPref val="3"/>
        </dgm:presLayoutVars>
      </dgm:prSet>
      <dgm:spPr/>
    </dgm:pt>
    <dgm:pt modelId="{D41F375E-B198-434E-864E-2C388382D8EB}" type="pres">
      <dgm:prSet presAssocID="{CD9BD929-4A2A-1F4B-9589-143E5BDB7CE5}" presName="level3hierChild" presStyleCnt="0"/>
      <dgm:spPr/>
    </dgm:pt>
    <dgm:pt modelId="{2A6B65C1-A301-0B45-9DFF-71FCE2FECB7D}" type="pres">
      <dgm:prSet presAssocID="{40AD4C3E-A2D9-A84E-A122-F03E96081319}" presName="conn2-1" presStyleLbl="parChTrans1D4" presStyleIdx="6" presStyleCnt="12"/>
      <dgm:spPr/>
    </dgm:pt>
    <dgm:pt modelId="{8E6F5D57-D405-374C-A0E9-321A8494796D}" type="pres">
      <dgm:prSet presAssocID="{40AD4C3E-A2D9-A84E-A122-F03E96081319}" presName="connTx" presStyleLbl="parChTrans1D4" presStyleIdx="6" presStyleCnt="12"/>
      <dgm:spPr/>
    </dgm:pt>
    <dgm:pt modelId="{55275699-74E6-EE47-9112-0209837E5DAB}" type="pres">
      <dgm:prSet presAssocID="{F9707FF7-65A0-8B4F-9637-81878C885C57}" presName="root2" presStyleCnt="0"/>
      <dgm:spPr/>
    </dgm:pt>
    <dgm:pt modelId="{6C98E4A3-3645-FD45-92EF-F8A158D44905}" type="pres">
      <dgm:prSet presAssocID="{F9707FF7-65A0-8B4F-9637-81878C885C57}" presName="LevelTwoTextNode" presStyleLbl="node4" presStyleIdx="6" presStyleCnt="12" custLinFactY="28493" custLinFactNeighborX="-34338" custLinFactNeighborY="100000">
        <dgm:presLayoutVars>
          <dgm:chPref val="3"/>
        </dgm:presLayoutVars>
      </dgm:prSet>
      <dgm:spPr/>
    </dgm:pt>
    <dgm:pt modelId="{D6B986A7-06DF-914A-9FC7-F5326016EAD1}" type="pres">
      <dgm:prSet presAssocID="{F9707FF7-65A0-8B4F-9637-81878C885C57}" presName="level3hierChild" presStyleCnt="0"/>
      <dgm:spPr/>
    </dgm:pt>
    <dgm:pt modelId="{9C4D996F-E3EC-F540-BB69-C9073C7716B6}" type="pres">
      <dgm:prSet presAssocID="{ED9FA16B-13CB-CE49-8D77-9DFECB128A09}" presName="root1" presStyleCnt="0"/>
      <dgm:spPr/>
    </dgm:pt>
    <dgm:pt modelId="{D156C542-D466-2746-98E3-9930AF5D6871}" type="pres">
      <dgm:prSet presAssocID="{ED9FA16B-13CB-CE49-8D77-9DFECB128A09}" presName="LevelOneTextNode" presStyleLbl="node0" presStyleIdx="1" presStyleCnt="3">
        <dgm:presLayoutVars>
          <dgm:chPref val="3"/>
        </dgm:presLayoutVars>
      </dgm:prSet>
      <dgm:spPr/>
    </dgm:pt>
    <dgm:pt modelId="{2A74A0A5-3DFB-A14C-97E7-83956F74A731}" type="pres">
      <dgm:prSet presAssocID="{ED9FA16B-13CB-CE49-8D77-9DFECB128A09}" presName="level2hierChild" presStyleCnt="0"/>
      <dgm:spPr/>
    </dgm:pt>
    <dgm:pt modelId="{D18B9256-C82C-D842-8536-2EC0F824677E}" type="pres">
      <dgm:prSet presAssocID="{A192792B-D4D4-BC44-A8D2-D0017C5A60FB}" presName="conn2-1" presStyleLbl="parChTrans1D2" presStyleIdx="1" presStyleCnt="4"/>
      <dgm:spPr/>
    </dgm:pt>
    <dgm:pt modelId="{52AE0E43-7717-2242-93CF-D7BECDCA0094}" type="pres">
      <dgm:prSet presAssocID="{A192792B-D4D4-BC44-A8D2-D0017C5A60FB}" presName="connTx" presStyleLbl="parChTrans1D2" presStyleIdx="1" presStyleCnt="4"/>
      <dgm:spPr/>
    </dgm:pt>
    <dgm:pt modelId="{8BEA1D86-AE3F-874A-9A86-103BC5C299AF}" type="pres">
      <dgm:prSet presAssocID="{1EFB3A05-C2E1-4440-93D8-BF8D0B5CEBFD}" presName="root2" presStyleCnt="0"/>
      <dgm:spPr/>
    </dgm:pt>
    <dgm:pt modelId="{5AB2048B-6854-D745-B96F-EDB0FC90D33D}" type="pres">
      <dgm:prSet presAssocID="{1EFB3A05-C2E1-4440-93D8-BF8D0B5CEBFD}" presName="LevelTwoTextNode" presStyleLbl="node2" presStyleIdx="1" presStyleCnt="4" custLinFactX="180268" custLinFactNeighborX="200000" custLinFactNeighborY="20993">
        <dgm:presLayoutVars>
          <dgm:chPref val="3"/>
        </dgm:presLayoutVars>
      </dgm:prSet>
      <dgm:spPr/>
    </dgm:pt>
    <dgm:pt modelId="{16BB2A55-AAA8-A043-91C5-90C0C74C30E9}" type="pres">
      <dgm:prSet presAssocID="{1EFB3A05-C2E1-4440-93D8-BF8D0B5CEBFD}" presName="level3hierChild" presStyleCnt="0"/>
      <dgm:spPr/>
    </dgm:pt>
    <dgm:pt modelId="{9B0F2642-B7CC-F44E-B424-D9196EBE42A7}" type="pres">
      <dgm:prSet presAssocID="{3867CCA2-B271-8841-A656-2EACBFBE97EB}" presName="conn2-1" presStyleLbl="parChTrans1D3" presStyleIdx="1" presStyleCnt="3"/>
      <dgm:spPr/>
    </dgm:pt>
    <dgm:pt modelId="{663049D5-EF81-BC41-BC56-845858AE9E78}" type="pres">
      <dgm:prSet presAssocID="{3867CCA2-B271-8841-A656-2EACBFBE97EB}" presName="connTx" presStyleLbl="parChTrans1D3" presStyleIdx="1" presStyleCnt="3"/>
      <dgm:spPr/>
    </dgm:pt>
    <dgm:pt modelId="{15941B82-DC98-FC4A-9ABE-63ACD5742BA6}" type="pres">
      <dgm:prSet presAssocID="{0382CA24-E0B1-8C4E-8ECF-FC38CD9A9899}" presName="root2" presStyleCnt="0"/>
      <dgm:spPr/>
    </dgm:pt>
    <dgm:pt modelId="{068CE460-D1F4-D442-8E26-E4E7B4621556}" type="pres">
      <dgm:prSet presAssocID="{0382CA24-E0B1-8C4E-8ECF-FC38CD9A9899}" presName="LevelTwoTextNode" presStyleLbl="node3" presStyleIdx="1" presStyleCnt="3" custLinFactX="153154" custLinFactNeighborX="200000" custLinFactNeighborY="20993">
        <dgm:presLayoutVars>
          <dgm:chPref val="3"/>
        </dgm:presLayoutVars>
      </dgm:prSet>
      <dgm:spPr/>
    </dgm:pt>
    <dgm:pt modelId="{345643BD-6F7F-7146-A7B4-9F83038E918F}" type="pres">
      <dgm:prSet presAssocID="{0382CA24-E0B1-8C4E-8ECF-FC38CD9A9899}" presName="level3hierChild" presStyleCnt="0"/>
      <dgm:spPr/>
    </dgm:pt>
    <dgm:pt modelId="{80CA9B38-EA4D-5F46-9754-9638AAC2378B}" type="pres">
      <dgm:prSet presAssocID="{EAE666B2-FBF6-7142-9E46-F4D81EA16748}" presName="conn2-1" presStyleLbl="parChTrans1D4" presStyleIdx="7" presStyleCnt="12"/>
      <dgm:spPr/>
    </dgm:pt>
    <dgm:pt modelId="{D34CEE6F-B09F-AC44-8B86-8190DBB64ADC}" type="pres">
      <dgm:prSet presAssocID="{EAE666B2-FBF6-7142-9E46-F4D81EA16748}" presName="connTx" presStyleLbl="parChTrans1D4" presStyleIdx="7" presStyleCnt="12"/>
      <dgm:spPr/>
    </dgm:pt>
    <dgm:pt modelId="{87985185-14B9-8546-9673-1380542EAAEC}" type="pres">
      <dgm:prSet presAssocID="{A33AA6D7-8999-4B47-B938-16A0E0BFB6EF}" presName="root2" presStyleCnt="0"/>
      <dgm:spPr/>
    </dgm:pt>
    <dgm:pt modelId="{B1BB551F-7A1C-0245-A6E6-905AA95450B2}" type="pres">
      <dgm:prSet presAssocID="{A33AA6D7-8999-4B47-B938-16A0E0BFB6EF}" presName="LevelTwoTextNode" presStyleLbl="node4" presStyleIdx="7" presStyleCnt="12" custLinFactX="182855" custLinFactY="-23004" custLinFactNeighborX="200000" custLinFactNeighborY="-100000">
        <dgm:presLayoutVars>
          <dgm:chPref val="3"/>
        </dgm:presLayoutVars>
      </dgm:prSet>
      <dgm:spPr/>
    </dgm:pt>
    <dgm:pt modelId="{21C0EB6B-4DB9-C44B-8B5F-36D50823CCFA}" type="pres">
      <dgm:prSet presAssocID="{A33AA6D7-8999-4B47-B938-16A0E0BFB6EF}" presName="level3hierChild" presStyleCnt="0"/>
      <dgm:spPr/>
    </dgm:pt>
    <dgm:pt modelId="{B9EFFAD9-65DA-F34B-8F67-3F2780101061}" type="pres">
      <dgm:prSet presAssocID="{45EA6995-9EA0-C447-845E-9583CB00CB83}" presName="conn2-1" presStyleLbl="parChTrans1D4" presStyleIdx="8" presStyleCnt="12"/>
      <dgm:spPr/>
    </dgm:pt>
    <dgm:pt modelId="{E6197367-E5CD-2E40-B88E-8309ED151E58}" type="pres">
      <dgm:prSet presAssocID="{45EA6995-9EA0-C447-845E-9583CB00CB83}" presName="connTx" presStyleLbl="parChTrans1D4" presStyleIdx="8" presStyleCnt="12"/>
      <dgm:spPr/>
    </dgm:pt>
    <dgm:pt modelId="{C4CD9E0A-61B1-0A45-B0E6-41130B57DC0F}" type="pres">
      <dgm:prSet presAssocID="{600A6379-5F06-9248-B919-21F9DB9D0768}" presName="root2" presStyleCnt="0"/>
      <dgm:spPr/>
    </dgm:pt>
    <dgm:pt modelId="{C375F8D7-AF96-6743-9519-FC2AEDEDD76F}" type="pres">
      <dgm:prSet presAssocID="{600A6379-5F06-9248-B919-21F9DB9D0768}" presName="LevelTwoTextNode" presStyleLbl="node4" presStyleIdx="8" presStyleCnt="12" custLinFactX="185325" custLinFactNeighborX="200000" custLinFactNeighborY="13493">
        <dgm:presLayoutVars>
          <dgm:chPref val="3"/>
        </dgm:presLayoutVars>
      </dgm:prSet>
      <dgm:spPr/>
    </dgm:pt>
    <dgm:pt modelId="{18DFFD7D-A734-184E-8699-78F4F35F5D2E}" type="pres">
      <dgm:prSet presAssocID="{600A6379-5F06-9248-B919-21F9DB9D0768}" presName="level3hierChild" presStyleCnt="0"/>
      <dgm:spPr/>
    </dgm:pt>
    <dgm:pt modelId="{AB9378E3-CD3D-C04A-AF52-6458D7ECBDFB}" type="pres">
      <dgm:prSet presAssocID="{A94E7B35-1BDE-D24A-ADA9-E2CF501992C2}" presName="conn2-1" presStyleLbl="parChTrans1D4" presStyleIdx="9" presStyleCnt="12"/>
      <dgm:spPr/>
    </dgm:pt>
    <dgm:pt modelId="{C126DC19-B5FE-164C-8BF9-951E369CFB63}" type="pres">
      <dgm:prSet presAssocID="{A94E7B35-1BDE-D24A-ADA9-E2CF501992C2}" presName="connTx" presStyleLbl="parChTrans1D4" presStyleIdx="9" presStyleCnt="12"/>
      <dgm:spPr/>
    </dgm:pt>
    <dgm:pt modelId="{7E729A99-59E9-5642-9BB3-4DEE26522F72}" type="pres">
      <dgm:prSet presAssocID="{27966470-896D-FA4C-864A-69DABF2A2C0A}" presName="root2" presStyleCnt="0"/>
      <dgm:spPr/>
    </dgm:pt>
    <dgm:pt modelId="{A409C43D-2A7B-C049-82D6-D8BC1E00F54D}" type="pres">
      <dgm:prSet presAssocID="{27966470-896D-FA4C-864A-69DABF2A2C0A}" presName="LevelTwoTextNode" presStyleLbl="node4" presStyleIdx="9" presStyleCnt="12" custLinFactX="200000" custLinFactNeighborX="225028" custLinFactNeighborY="20993">
        <dgm:presLayoutVars>
          <dgm:chPref val="3"/>
        </dgm:presLayoutVars>
      </dgm:prSet>
      <dgm:spPr/>
    </dgm:pt>
    <dgm:pt modelId="{BDD4A853-CC93-2744-9B53-E99F898E3C82}" type="pres">
      <dgm:prSet presAssocID="{27966470-896D-FA4C-864A-69DABF2A2C0A}" presName="level3hierChild" presStyleCnt="0"/>
      <dgm:spPr/>
    </dgm:pt>
    <dgm:pt modelId="{FE33E396-C3DF-F54D-954C-CD9E5DB40AAB}" type="pres">
      <dgm:prSet presAssocID="{7E5A2FF1-B644-004C-A29D-9F1F971DC7B7}" presName="conn2-1" presStyleLbl="parChTrans1D4" presStyleIdx="10" presStyleCnt="12"/>
      <dgm:spPr/>
    </dgm:pt>
    <dgm:pt modelId="{68C25F37-B2D7-7C49-A153-FBE4BF34ACE8}" type="pres">
      <dgm:prSet presAssocID="{7E5A2FF1-B644-004C-A29D-9F1F971DC7B7}" presName="connTx" presStyleLbl="parChTrans1D4" presStyleIdx="10" presStyleCnt="12"/>
      <dgm:spPr/>
    </dgm:pt>
    <dgm:pt modelId="{CA5AFA89-6875-DB40-820E-8EA46BAD8703}" type="pres">
      <dgm:prSet presAssocID="{8ACDE71E-73DF-DF41-8A00-61771C3A6647}" presName="root2" presStyleCnt="0"/>
      <dgm:spPr/>
    </dgm:pt>
    <dgm:pt modelId="{4C63C479-D568-444F-93B2-2E35449A6435}" type="pres">
      <dgm:prSet presAssocID="{8ACDE71E-73DF-DF41-8A00-61771C3A6647}" presName="LevelTwoTextNode" presStyleLbl="node4" presStyleIdx="10" presStyleCnt="12" custLinFactX="200000" custLinFactY="33891" custLinFactNeighborX="220575" custLinFactNeighborY="100000">
        <dgm:presLayoutVars>
          <dgm:chPref val="3"/>
        </dgm:presLayoutVars>
      </dgm:prSet>
      <dgm:spPr/>
    </dgm:pt>
    <dgm:pt modelId="{C4AE83DB-AE2A-1A49-B308-CF1EE581B0B7}" type="pres">
      <dgm:prSet presAssocID="{8ACDE71E-73DF-DF41-8A00-61771C3A6647}" presName="level3hierChild" presStyleCnt="0"/>
      <dgm:spPr/>
    </dgm:pt>
    <dgm:pt modelId="{58042359-64C3-6345-B668-B22675F101D0}" type="pres">
      <dgm:prSet presAssocID="{DFBC880B-7C21-D847-B286-2D9A0A92A6B8}" presName="conn2-1" presStyleLbl="parChTrans1D2" presStyleIdx="2" presStyleCnt="4"/>
      <dgm:spPr/>
    </dgm:pt>
    <dgm:pt modelId="{E63F4B36-377C-B441-AAB7-399E7C7E2B0C}" type="pres">
      <dgm:prSet presAssocID="{DFBC880B-7C21-D847-B286-2D9A0A92A6B8}" presName="connTx" presStyleLbl="parChTrans1D2" presStyleIdx="2" presStyleCnt="4"/>
      <dgm:spPr/>
    </dgm:pt>
    <dgm:pt modelId="{24C11406-61E0-4F4D-B9E1-B1754EE67057}" type="pres">
      <dgm:prSet presAssocID="{20360564-32DC-B545-8D11-7D800782BEA8}" presName="root2" presStyleCnt="0"/>
      <dgm:spPr/>
    </dgm:pt>
    <dgm:pt modelId="{F20F1C8D-5FB5-AF43-984C-7A313AA0FEF6}" type="pres">
      <dgm:prSet presAssocID="{20360564-32DC-B545-8D11-7D800782BEA8}" presName="LevelTwoTextNode" presStyleLbl="node2" presStyleIdx="2" presStyleCnt="4" custLinFactX="182007" custLinFactNeighborX="200000" custLinFactNeighborY="70046">
        <dgm:presLayoutVars>
          <dgm:chPref val="3"/>
        </dgm:presLayoutVars>
      </dgm:prSet>
      <dgm:spPr/>
    </dgm:pt>
    <dgm:pt modelId="{96D9245E-4019-3549-A7F7-0D9319ABB8AC}" type="pres">
      <dgm:prSet presAssocID="{20360564-32DC-B545-8D11-7D800782BEA8}" presName="level3hierChild" presStyleCnt="0"/>
      <dgm:spPr/>
    </dgm:pt>
    <dgm:pt modelId="{2639AEBB-3136-9C48-9EA5-EA71655B6D36}" type="pres">
      <dgm:prSet presAssocID="{6D726506-49B1-D642-8694-28368AA4842C}" presName="conn2-1" presStyleLbl="parChTrans1D3" presStyleIdx="2" presStyleCnt="3"/>
      <dgm:spPr/>
    </dgm:pt>
    <dgm:pt modelId="{C46120E1-4350-2F46-B57E-4B21FAB4E6D0}" type="pres">
      <dgm:prSet presAssocID="{6D726506-49B1-D642-8694-28368AA4842C}" presName="connTx" presStyleLbl="parChTrans1D3" presStyleIdx="2" presStyleCnt="3"/>
      <dgm:spPr/>
    </dgm:pt>
    <dgm:pt modelId="{02E2C7FD-867B-CD47-A4E6-621B8C755B80}" type="pres">
      <dgm:prSet presAssocID="{575B9356-0322-E04B-B022-688470195641}" presName="root2" presStyleCnt="0"/>
      <dgm:spPr/>
    </dgm:pt>
    <dgm:pt modelId="{EEA77F05-AFE3-1641-BED2-F0AFA5A7E0B6}" type="pres">
      <dgm:prSet presAssocID="{575B9356-0322-E04B-B022-688470195641}" presName="LevelTwoTextNode" presStyleLbl="node3" presStyleIdx="2" presStyleCnt="3" custLinFactX="152820" custLinFactNeighborX="200000" custLinFactNeighborY="69569">
        <dgm:presLayoutVars>
          <dgm:chPref val="3"/>
        </dgm:presLayoutVars>
      </dgm:prSet>
      <dgm:spPr/>
    </dgm:pt>
    <dgm:pt modelId="{80894F4A-379C-4944-B77E-844772257CCE}" type="pres">
      <dgm:prSet presAssocID="{575B9356-0322-E04B-B022-688470195641}" presName="level3hierChild" presStyleCnt="0"/>
      <dgm:spPr/>
    </dgm:pt>
    <dgm:pt modelId="{B93DFA66-2547-4A4B-9AC3-7D98C77BBE77}" type="pres">
      <dgm:prSet presAssocID="{94E520B9-A965-2F49-9573-D3E13432C6B7}" presName="conn2-1" presStyleLbl="parChTrans1D4" presStyleIdx="11" presStyleCnt="12"/>
      <dgm:spPr/>
    </dgm:pt>
    <dgm:pt modelId="{11E7630D-EB8B-4B4E-8DC3-C456292883DC}" type="pres">
      <dgm:prSet presAssocID="{94E520B9-A965-2F49-9573-D3E13432C6B7}" presName="connTx" presStyleLbl="parChTrans1D4" presStyleIdx="11" presStyleCnt="12"/>
      <dgm:spPr/>
    </dgm:pt>
    <dgm:pt modelId="{6CD94CBE-97E9-014A-9BF2-8718EAE1B3C3}" type="pres">
      <dgm:prSet presAssocID="{75FFBD60-233F-664C-A435-8E86A9AFE009}" presName="root2" presStyleCnt="0"/>
      <dgm:spPr/>
    </dgm:pt>
    <dgm:pt modelId="{E54BC77A-9278-B144-A48F-85CE339B7950}" type="pres">
      <dgm:prSet presAssocID="{75FFBD60-233F-664C-A435-8E86A9AFE009}" presName="LevelTwoTextNode" presStyleLbl="node4" presStyleIdx="11" presStyleCnt="12" custLinFactX="265256" custLinFactNeighborX="300000" custLinFactNeighborY="77363">
        <dgm:presLayoutVars>
          <dgm:chPref val="3"/>
        </dgm:presLayoutVars>
      </dgm:prSet>
      <dgm:spPr/>
    </dgm:pt>
    <dgm:pt modelId="{5B0121BE-E047-4A46-8C3D-7507FBB9B0AE}" type="pres">
      <dgm:prSet presAssocID="{75FFBD60-233F-664C-A435-8E86A9AFE009}" presName="level3hierChild" presStyleCnt="0"/>
      <dgm:spPr/>
    </dgm:pt>
    <dgm:pt modelId="{0F8BD0D1-D8E6-B54D-BFF0-97B1E9FFB372}" type="pres">
      <dgm:prSet presAssocID="{E73637BB-CC6C-DA42-B7BF-089B8B3A21E6}" presName="root1" presStyleCnt="0"/>
      <dgm:spPr/>
    </dgm:pt>
    <dgm:pt modelId="{71AF9B15-E2A3-5E46-989F-18C634AB2463}" type="pres">
      <dgm:prSet presAssocID="{E73637BB-CC6C-DA42-B7BF-089B8B3A21E6}" presName="LevelOneTextNode" presStyleLbl="node0" presStyleIdx="2" presStyleCnt="3" custLinFactY="40182" custLinFactNeighborX="-1951" custLinFactNeighborY="100000">
        <dgm:presLayoutVars>
          <dgm:chPref val="3"/>
        </dgm:presLayoutVars>
      </dgm:prSet>
      <dgm:spPr/>
    </dgm:pt>
    <dgm:pt modelId="{E0F8F79B-BC55-4246-8C97-73D400951655}" type="pres">
      <dgm:prSet presAssocID="{E73637BB-CC6C-DA42-B7BF-089B8B3A21E6}" presName="level2hierChild" presStyleCnt="0"/>
      <dgm:spPr/>
    </dgm:pt>
    <dgm:pt modelId="{CA258402-5602-BC49-82A8-7E49E1D9B635}" type="pres">
      <dgm:prSet presAssocID="{1322D8CF-2830-E548-9ED3-04F5AD82EBF9}" presName="conn2-1" presStyleLbl="parChTrans1D2" presStyleIdx="3" presStyleCnt="4"/>
      <dgm:spPr/>
    </dgm:pt>
    <dgm:pt modelId="{D3C56248-66A0-9D44-8449-2E90C0500B3D}" type="pres">
      <dgm:prSet presAssocID="{1322D8CF-2830-E548-9ED3-04F5AD82EBF9}" presName="connTx" presStyleLbl="parChTrans1D2" presStyleIdx="3" presStyleCnt="4"/>
      <dgm:spPr/>
    </dgm:pt>
    <dgm:pt modelId="{A378C671-83E6-5D4F-8E90-E902D7459898}" type="pres">
      <dgm:prSet presAssocID="{8B4F2458-838A-4C4B-B608-00325D373A15}" presName="root2" presStyleCnt="0"/>
      <dgm:spPr/>
    </dgm:pt>
    <dgm:pt modelId="{6B0FDE1B-D88D-C843-A9FE-758F2D1A62AC}" type="pres">
      <dgm:prSet presAssocID="{8B4F2458-838A-4C4B-B608-00325D373A15}" presName="LevelTwoTextNode" presStyleLbl="node2" presStyleIdx="3" presStyleCnt="4" custLinFactX="180849" custLinFactNeighborX="200000" custLinFactNeighborY="-43280">
        <dgm:presLayoutVars>
          <dgm:chPref val="3"/>
        </dgm:presLayoutVars>
      </dgm:prSet>
      <dgm:spPr/>
    </dgm:pt>
    <dgm:pt modelId="{AD70C28A-3C8E-E64F-BDE9-5C820F1D018C}" type="pres">
      <dgm:prSet presAssocID="{8B4F2458-838A-4C4B-B608-00325D373A15}" presName="level3hierChild" presStyleCnt="0"/>
      <dgm:spPr/>
    </dgm:pt>
  </dgm:ptLst>
  <dgm:cxnLst>
    <dgm:cxn modelId="{A3A05800-64D5-1F42-A5FB-79CBFF8DF373}" type="presOf" srcId="{C42B4F96-FF61-FB44-AD0A-DB7B8837E8DA}" destId="{D9E215AC-69EA-F540-B719-B8658A1B82A2}" srcOrd="0" destOrd="0" presId="urn:microsoft.com/office/officeart/2005/8/layout/hierarchy2"/>
    <dgm:cxn modelId="{53966801-3FCC-1640-8B81-FB61523657DA}" type="presOf" srcId="{1253E959-3869-6741-8478-FBEBFBAE38CE}" destId="{91877F3A-F0A7-1D43-845A-F8653FEBDB13}" srcOrd="0" destOrd="0" presId="urn:microsoft.com/office/officeart/2005/8/layout/hierarchy2"/>
    <dgm:cxn modelId="{78B49503-21EA-1641-BC33-269E4DC46C7D}" type="presOf" srcId="{EAE666B2-FBF6-7142-9E46-F4D81EA16748}" destId="{D34CEE6F-B09F-AC44-8B86-8190DBB64ADC}" srcOrd="1" destOrd="0" presId="urn:microsoft.com/office/officeart/2005/8/layout/hierarchy2"/>
    <dgm:cxn modelId="{44582505-EA92-4A45-94DF-6D6AB054C9F2}" type="presOf" srcId="{D6F695C2-B7C0-0645-9053-0F69064DDCC1}" destId="{F1031B7C-3226-4845-841C-C4D1C7E3F889}" srcOrd="0" destOrd="0" presId="urn:microsoft.com/office/officeart/2005/8/layout/hierarchy2"/>
    <dgm:cxn modelId="{8ED54007-B1D2-FC45-828E-3489DAB42EBB}" type="presOf" srcId="{E73637BB-CC6C-DA42-B7BF-089B8B3A21E6}" destId="{71AF9B15-E2A3-5E46-989F-18C634AB2463}" srcOrd="0" destOrd="0" presId="urn:microsoft.com/office/officeart/2005/8/layout/hierarchy2"/>
    <dgm:cxn modelId="{A6FA7B08-4A9E-CD4A-8592-0B5A73C70377}" type="presOf" srcId="{7E5A2FF1-B644-004C-A29D-9F1F971DC7B7}" destId="{68C25F37-B2D7-7C49-A153-FBE4BF34ACE8}" srcOrd="1" destOrd="0" presId="urn:microsoft.com/office/officeart/2005/8/layout/hierarchy2"/>
    <dgm:cxn modelId="{DC0CBB09-E224-2944-BF98-D52793FE6E45}" type="presOf" srcId="{A94E7B35-1BDE-D24A-ADA9-E2CF501992C2}" destId="{C126DC19-B5FE-164C-8BF9-951E369CFB63}" srcOrd="1" destOrd="0" presId="urn:microsoft.com/office/officeart/2005/8/layout/hierarchy2"/>
    <dgm:cxn modelId="{C2D4F60C-093A-0E41-92F9-60A4CD1DBA94}" type="presOf" srcId="{45EA6995-9EA0-C447-845E-9583CB00CB83}" destId="{B9EFFAD9-65DA-F34B-8F67-3F2780101061}" srcOrd="0" destOrd="0" presId="urn:microsoft.com/office/officeart/2005/8/layout/hierarchy2"/>
    <dgm:cxn modelId="{D3CCC40D-2CAD-F546-8FB5-E9377FEE813D}" type="presOf" srcId="{4D4B955E-A25D-304E-9132-493E7756B275}" destId="{146899B6-3A93-8F4C-BE51-EE24C7057A81}" srcOrd="0" destOrd="0" presId="urn:microsoft.com/office/officeart/2005/8/layout/hierarchy2"/>
    <dgm:cxn modelId="{E0A9FF0E-CED7-8C49-828A-0DC09AA62291}" type="presOf" srcId="{3867CCA2-B271-8841-A656-2EACBFBE97EB}" destId="{663049D5-EF81-BC41-BC56-845858AE9E78}" srcOrd="1" destOrd="0" presId="urn:microsoft.com/office/officeart/2005/8/layout/hierarchy2"/>
    <dgm:cxn modelId="{1BD64011-D322-D04A-B19E-F585C2310029}" type="presOf" srcId="{CB08C351-0C69-E14A-9B78-76E307592CF3}" destId="{41EE5498-B731-8F49-BA82-ECC37ABCF394}" srcOrd="0" destOrd="0" presId="urn:microsoft.com/office/officeart/2005/8/layout/hierarchy2"/>
    <dgm:cxn modelId="{77797114-FFAB-FE45-91EE-6E2F9656F50C}" type="presOf" srcId="{5C6A8180-850A-9947-979B-E4974A3EAEDE}" destId="{3B1D4A94-7802-5F49-AF81-9831EEA4089D}" srcOrd="0" destOrd="0" presId="urn:microsoft.com/office/officeart/2005/8/layout/hierarchy2"/>
    <dgm:cxn modelId="{22F9AF17-5DAB-2241-800F-F64BF422C0DF}" type="presOf" srcId="{AEED8A0B-BC48-ED47-9074-F59DD7D58F52}" destId="{83113C78-3650-BC4D-8200-11F23ED4BBE8}" srcOrd="1" destOrd="0" presId="urn:microsoft.com/office/officeart/2005/8/layout/hierarchy2"/>
    <dgm:cxn modelId="{A555D41B-B2DB-3E45-AB26-D8E2B1958551}" srcId="{575B9356-0322-E04B-B022-688470195641}" destId="{75FFBD60-233F-664C-A435-8E86A9AFE009}" srcOrd="0" destOrd="0" parTransId="{94E520B9-A965-2F49-9573-D3E13432C6B7}" sibTransId="{543E90CC-FBF1-E745-8879-3F1BA1A0A8E3}"/>
    <dgm:cxn modelId="{DABAFF1B-25C2-ED40-B1A1-7F10EFD73072}" type="presOf" srcId="{600A6379-5F06-9248-B919-21F9DB9D0768}" destId="{C375F8D7-AF96-6743-9519-FC2AEDEDD76F}" srcOrd="0" destOrd="0" presId="urn:microsoft.com/office/officeart/2005/8/layout/hierarchy2"/>
    <dgm:cxn modelId="{BE305A1D-1964-DA4E-BCD5-23D86099B35C}" type="presOf" srcId="{CC967C6E-B730-C34E-9000-F1E610EF0285}" destId="{14F2C1DC-2A2D-7446-B356-371BCB3944D6}" srcOrd="0" destOrd="0" presId="urn:microsoft.com/office/officeart/2005/8/layout/hierarchy2"/>
    <dgm:cxn modelId="{6CAACD27-9106-2049-814C-3D80878D7993}" type="presOf" srcId="{75FFBD60-233F-664C-A435-8E86A9AFE009}" destId="{E54BC77A-9278-B144-A48F-85CE339B7950}" srcOrd="0" destOrd="0" presId="urn:microsoft.com/office/officeart/2005/8/layout/hierarchy2"/>
    <dgm:cxn modelId="{C9B2BE29-E34D-264D-BCCC-2D3ED10D0552}" type="presOf" srcId="{69C0EEE1-B907-EF48-9101-B1B4D739A2D3}" destId="{F4FF3CA5-7B19-0649-973E-EF0D6EA2B1EA}" srcOrd="0" destOrd="0" presId="urn:microsoft.com/office/officeart/2005/8/layout/hierarchy2"/>
    <dgm:cxn modelId="{81D7B12A-8F67-2843-86C7-1E7DA4C40C98}" srcId="{0382CA24-E0B1-8C4E-8ECF-FC38CD9A9899}" destId="{A33AA6D7-8999-4B47-B938-16A0E0BFB6EF}" srcOrd="0" destOrd="0" parTransId="{EAE666B2-FBF6-7142-9E46-F4D81EA16748}" sibTransId="{5F5BA5ED-BE87-6249-89E9-DBC62408BF08}"/>
    <dgm:cxn modelId="{9B35E82A-5934-4E42-96C3-C2D771848505}" srcId="{E73637BB-CC6C-DA42-B7BF-089B8B3A21E6}" destId="{8B4F2458-838A-4C4B-B608-00325D373A15}" srcOrd="0" destOrd="0" parTransId="{1322D8CF-2830-E548-9ED3-04F5AD82EBF9}" sibTransId="{F159CB36-0CF8-0048-8198-0343DC2CB699}"/>
    <dgm:cxn modelId="{633A2F31-C9E6-E44A-9612-D6937A38E5F1}" type="presOf" srcId="{6D726506-49B1-D642-8694-28368AA4842C}" destId="{2639AEBB-3136-9C48-9EA5-EA71655B6D36}" srcOrd="0" destOrd="0" presId="urn:microsoft.com/office/officeart/2005/8/layout/hierarchy2"/>
    <dgm:cxn modelId="{A4E09831-B504-9146-9601-530D3CDA0D35}" type="presOf" srcId="{8ACDE71E-73DF-DF41-8A00-61771C3A6647}" destId="{4C63C479-D568-444F-93B2-2E35449A6435}" srcOrd="0" destOrd="0" presId="urn:microsoft.com/office/officeart/2005/8/layout/hierarchy2"/>
    <dgm:cxn modelId="{82334732-CDC8-014C-8001-C56BD9FD416F}" srcId="{2B6AB08C-CBC5-594C-A97D-FD10078EF9DA}" destId="{69C0EEE1-B907-EF48-9101-B1B4D739A2D3}" srcOrd="1" destOrd="0" parTransId="{1253E959-3869-6741-8478-FBEBFBAE38CE}" sibTransId="{5482FF35-4F32-D648-972B-BADB4AA15C92}"/>
    <dgm:cxn modelId="{B44FD936-EB17-A942-B76F-A737E3DF7B29}" srcId="{20360564-32DC-B545-8D11-7D800782BEA8}" destId="{575B9356-0322-E04B-B022-688470195641}" srcOrd="0" destOrd="0" parTransId="{6D726506-49B1-D642-8694-28368AA4842C}" sibTransId="{B597D2BD-CA2F-D74B-8347-12DCF99E2B22}"/>
    <dgm:cxn modelId="{B9E2563A-022C-E049-AF7C-6882CD6522FE}" srcId="{2B6AB08C-CBC5-594C-A97D-FD10078EF9DA}" destId="{F594864E-8616-EA47-B2C6-18EAD50383D7}" srcOrd="0" destOrd="0" parTransId="{CC967C6E-B730-C34E-9000-F1E610EF0285}" sibTransId="{CAA56A16-6571-B749-8479-506268EAAC83}"/>
    <dgm:cxn modelId="{D538C03B-D851-2944-B2F2-75F79ABF2619}" type="presOf" srcId="{0382CA24-E0B1-8C4E-8ECF-FC38CD9A9899}" destId="{068CE460-D1F4-D442-8E26-E4E7B4621556}" srcOrd="0" destOrd="0" presId="urn:microsoft.com/office/officeart/2005/8/layout/hierarchy2"/>
    <dgm:cxn modelId="{2E18733F-806C-F144-8D0C-CCC2E405F652}" type="presOf" srcId="{1322D8CF-2830-E548-9ED3-04F5AD82EBF9}" destId="{D3C56248-66A0-9D44-8449-2E90C0500B3D}" srcOrd="1" destOrd="0" presId="urn:microsoft.com/office/officeart/2005/8/layout/hierarchy2"/>
    <dgm:cxn modelId="{144B973F-06AF-BB4F-9F5F-978E2B88BA9D}" type="presOf" srcId="{D6F695C2-B7C0-0645-9053-0F69064DDCC1}" destId="{8464BDD9-1444-D745-887B-BCBA410C306C}" srcOrd="1" destOrd="0" presId="urn:microsoft.com/office/officeart/2005/8/layout/hierarchy2"/>
    <dgm:cxn modelId="{E5138640-44A4-7D46-B004-7C01FC54E9B8}" type="presOf" srcId="{3867CCA2-B271-8841-A656-2EACBFBE97EB}" destId="{9B0F2642-B7CC-F44E-B424-D9196EBE42A7}" srcOrd="0" destOrd="0" presId="urn:microsoft.com/office/officeart/2005/8/layout/hierarchy2"/>
    <dgm:cxn modelId="{D32A0748-DFE9-8D4F-A595-2F363F994627}" type="presOf" srcId="{8B4F2458-838A-4C4B-B608-00325D373A15}" destId="{6B0FDE1B-D88D-C843-A9FE-758F2D1A62AC}" srcOrd="0" destOrd="0" presId="urn:microsoft.com/office/officeart/2005/8/layout/hierarchy2"/>
    <dgm:cxn modelId="{6D36B949-BFE4-A841-9889-88A92C9CEADE}" type="presOf" srcId="{A94E7B35-1BDE-D24A-ADA9-E2CF501992C2}" destId="{AB9378E3-CD3D-C04A-AF52-6458D7ECBDFB}" srcOrd="0" destOrd="0" presId="urn:microsoft.com/office/officeart/2005/8/layout/hierarchy2"/>
    <dgm:cxn modelId="{BBBDCC49-72F7-A141-BFB1-F12679CD8754}" type="presOf" srcId="{6EFD4D93-83BE-5F4E-8225-A98FFE6A8190}" destId="{C207FB42-4D71-1844-963D-7A1C21EF5300}" srcOrd="0" destOrd="0" presId="urn:microsoft.com/office/officeart/2005/8/layout/hierarchy2"/>
    <dgm:cxn modelId="{9BCDFF4B-D6AD-DA4F-BBC9-B17069F8E4E2}" srcId="{4089CD41-F595-DB44-A7C1-AA063BD8189C}" destId="{E73637BB-CC6C-DA42-B7BF-089B8B3A21E6}" srcOrd="2" destOrd="0" parTransId="{BA581B40-5DEE-B54E-9219-B0CF6A8FE8DC}" sibTransId="{143334A8-349B-9A42-9F8E-14AE7C5D6FF7}"/>
    <dgm:cxn modelId="{D830214F-B7EF-D64A-86EA-BF74985F14F3}" type="presOf" srcId="{6A114B0B-778B-9245-A393-7BF21547ED61}" destId="{E7F808BB-D711-D04A-B872-D7FCB5E99665}" srcOrd="1" destOrd="0" presId="urn:microsoft.com/office/officeart/2005/8/layout/hierarchy2"/>
    <dgm:cxn modelId="{16960150-0A73-994A-906D-DD968F79BD55}" type="presOf" srcId="{40AD4C3E-A2D9-A84E-A122-F03E96081319}" destId="{2A6B65C1-A301-0B45-9DFF-71FCE2FECB7D}" srcOrd="0" destOrd="0" presId="urn:microsoft.com/office/officeart/2005/8/layout/hierarchy2"/>
    <dgm:cxn modelId="{DB2DDB50-0B77-4F4B-86A6-365DE2F16B92}" type="presOf" srcId="{4D4B955E-A25D-304E-9132-493E7756B275}" destId="{DD765FC7-B5DB-AA44-AE1A-AFBCCBD23442}" srcOrd="1" destOrd="0" presId="urn:microsoft.com/office/officeart/2005/8/layout/hierarchy2"/>
    <dgm:cxn modelId="{31340351-FF94-814C-95DD-EBDF00BE3D5B}" type="presOf" srcId="{6D726506-49B1-D642-8694-28368AA4842C}" destId="{C46120E1-4350-2F46-B57E-4B21FAB4E6D0}" srcOrd="1" destOrd="0" presId="urn:microsoft.com/office/officeart/2005/8/layout/hierarchy2"/>
    <dgm:cxn modelId="{8DB0D452-3EF8-A64E-954D-06FAAFD68314}" type="presOf" srcId="{6A114B0B-778B-9245-A393-7BF21547ED61}" destId="{5C77CC08-232E-3E48-9D2A-18946A75FDB5}" srcOrd="0" destOrd="0" presId="urn:microsoft.com/office/officeart/2005/8/layout/hierarchy2"/>
    <dgm:cxn modelId="{BEF2C455-541E-C24B-8D3C-7EA855DFBDBC}" srcId="{E817EFD4-D04A-D643-BC5A-1155232D1226}" destId="{C42B4F96-FF61-FB44-AD0A-DB7B8837E8DA}" srcOrd="0" destOrd="0" parTransId="{6A114B0B-778B-9245-A393-7BF21547ED61}" sibTransId="{5AFE6C4C-0D24-9843-ACEE-C3EAB68060D6}"/>
    <dgm:cxn modelId="{EE0E0C57-1D44-9E41-9D73-3043CABC0B53}" type="presOf" srcId="{45EA6995-9EA0-C447-845E-9583CB00CB83}" destId="{E6197367-E5CD-2E40-B88E-8309ED151E58}" srcOrd="1" destOrd="0" presId="urn:microsoft.com/office/officeart/2005/8/layout/hierarchy2"/>
    <dgm:cxn modelId="{6A266B5D-F001-9746-B671-555D68B2FD29}" srcId="{90705FA4-5A75-8E40-8FA7-B35437D999CA}" destId="{6EFD4D93-83BE-5F4E-8225-A98FFE6A8190}" srcOrd="0" destOrd="0" parTransId="{D6F695C2-B7C0-0645-9053-0F69064DDCC1}" sibTransId="{8110CCD7-EA99-1345-96D6-370838F330CB}"/>
    <dgm:cxn modelId="{1B24705D-ABC0-D546-BC77-EF7916FA5ADF}" type="presOf" srcId="{2B6AB08C-CBC5-594C-A97D-FD10078EF9DA}" destId="{AB396F83-F45B-2F4D-A904-EA41AB37352A}" srcOrd="0" destOrd="0" presId="urn:microsoft.com/office/officeart/2005/8/layout/hierarchy2"/>
    <dgm:cxn modelId="{D5094C69-1399-A34F-B80A-C06E029979DD}" type="presOf" srcId="{0A809812-603F-2D43-9F07-5117199FC04A}" destId="{17892AC1-E768-0B40-8CD5-9C15A0951E7F}" srcOrd="0" destOrd="0" presId="urn:microsoft.com/office/officeart/2005/8/layout/hierarchy2"/>
    <dgm:cxn modelId="{F702736A-5C17-EB46-BF95-D6699D837722}" type="presOf" srcId="{ED9FA16B-13CB-CE49-8D77-9DFECB128A09}" destId="{D156C542-D466-2746-98E3-9930AF5D6871}" srcOrd="0" destOrd="0" presId="urn:microsoft.com/office/officeart/2005/8/layout/hierarchy2"/>
    <dgm:cxn modelId="{18B74C6E-444D-FC46-B45D-116153A3C61A}" type="presOf" srcId="{A33AA6D7-8999-4B47-B938-16A0E0BFB6EF}" destId="{B1BB551F-7A1C-0245-A6E6-905AA95450B2}" srcOrd="0" destOrd="0" presId="urn:microsoft.com/office/officeart/2005/8/layout/hierarchy2"/>
    <dgm:cxn modelId="{0B64DF6E-CA46-CE40-910C-A14363A8228B}" type="presOf" srcId="{94E520B9-A965-2F49-9573-D3E13432C6B7}" destId="{11E7630D-EB8B-4B4E-8DC3-C456292883DC}" srcOrd="1" destOrd="0" presId="urn:microsoft.com/office/officeart/2005/8/layout/hierarchy2"/>
    <dgm:cxn modelId="{A43D4A6F-70DD-9047-B5D7-F0DA16515536}" type="presOf" srcId="{DFBC880B-7C21-D847-B286-2D9A0A92A6B8}" destId="{58042359-64C3-6345-B668-B22675F101D0}" srcOrd="0" destOrd="0" presId="urn:microsoft.com/office/officeart/2005/8/layout/hierarchy2"/>
    <dgm:cxn modelId="{CB25D372-FBD9-C340-9335-1A1140BC0F96}" type="presOf" srcId="{1EFB3A05-C2E1-4440-93D8-BF8D0B5CEBFD}" destId="{5AB2048B-6854-D745-B96F-EDB0FC90D33D}" srcOrd="0" destOrd="0" presId="urn:microsoft.com/office/officeart/2005/8/layout/hierarchy2"/>
    <dgm:cxn modelId="{838C0873-4BE9-8446-A40F-9821230268F0}" srcId="{ED9FA16B-13CB-CE49-8D77-9DFECB128A09}" destId="{1EFB3A05-C2E1-4440-93D8-BF8D0B5CEBFD}" srcOrd="0" destOrd="0" parTransId="{A192792B-D4D4-BC44-A8D2-D0017C5A60FB}" sibTransId="{9ACA8CD6-3283-9549-A51D-73426EE293A4}"/>
    <dgm:cxn modelId="{E4ED1B73-4406-A048-AFBE-0367EB9AFF32}" type="presOf" srcId="{27966470-896D-FA4C-864A-69DABF2A2C0A}" destId="{A409C43D-2A7B-C049-82D6-D8BC1E00F54D}" srcOrd="0" destOrd="0" presId="urn:microsoft.com/office/officeart/2005/8/layout/hierarchy2"/>
    <dgm:cxn modelId="{1125E074-F270-144F-B4C5-B8171416A6BB}" type="presOf" srcId="{A192792B-D4D4-BC44-A8D2-D0017C5A60FB}" destId="{D18B9256-C82C-D842-8536-2EC0F824677E}" srcOrd="0" destOrd="0" presId="urn:microsoft.com/office/officeart/2005/8/layout/hierarchy2"/>
    <dgm:cxn modelId="{0F336C7D-4007-A04C-B779-5F98E8115918}" srcId="{ED9FA16B-13CB-CE49-8D77-9DFECB128A09}" destId="{20360564-32DC-B545-8D11-7D800782BEA8}" srcOrd="1" destOrd="0" parTransId="{DFBC880B-7C21-D847-B286-2D9A0A92A6B8}" sibTransId="{3DAA1E6C-5890-6948-91F1-033127E05CCC}"/>
    <dgm:cxn modelId="{E44C947E-1586-484D-8AA5-226DC572840B}" srcId="{4089CD41-F595-DB44-A7C1-AA063BD8189C}" destId="{90705FA4-5A75-8E40-8FA7-B35437D999CA}" srcOrd="0" destOrd="0" parTransId="{91292334-57B8-DD45-9136-ACE9FA6FC606}" sibTransId="{1431AF15-A527-5949-8515-B8DC43634A16}"/>
    <dgm:cxn modelId="{62DE6F7F-CA98-564B-B089-AE9A497CDB32}" srcId="{69C0EEE1-B907-EF48-9101-B1B4D739A2D3}" destId="{5C6A8180-850A-9947-979B-E4974A3EAEDE}" srcOrd="0" destOrd="0" parTransId="{4D4B955E-A25D-304E-9132-493E7756B275}" sibTransId="{26E770E3-9A24-854A-83F6-04FD0F4176F8}"/>
    <dgm:cxn modelId="{1925DA80-8AF6-C24C-BD24-28F2692F60D6}" type="presOf" srcId="{1322D8CF-2830-E548-9ED3-04F5AD82EBF9}" destId="{CA258402-5602-BC49-82A8-7E49E1D9B635}" srcOrd="0" destOrd="0" presId="urn:microsoft.com/office/officeart/2005/8/layout/hierarchy2"/>
    <dgm:cxn modelId="{73E02087-A161-4B46-8AC0-EA4DB6FDCDAC}" srcId="{600A6379-5F06-9248-B919-21F9DB9D0768}" destId="{8ACDE71E-73DF-DF41-8A00-61771C3A6647}" srcOrd="1" destOrd="0" parTransId="{7E5A2FF1-B644-004C-A29D-9F1F971DC7B7}" sibTransId="{82ED8F19-F4FB-2148-B373-B3B522EAC102}"/>
    <dgm:cxn modelId="{AF3D5C95-2E5F-4048-98F7-F9A243AEC27F}" type="presOf" srcId="{CD9BD929-4A2A-1F4B-9589-143E5BDB7CE5}" destId="{BE886E28-EEAA-EA42-8228-5D156B213D34}" srcOrd="0" destOrd="0" presId="urn:microsoft.com/office/officeart/2005/8/layout/hierarchy2"/>
    <dgm:cxn modelId="{600A0497-B2C1-BB4C-A594-85B6230EC2D6}" srcId="{6EFD4D93-83BE-5F4E-8225-A98FFE6A8190}" destId="{E817EFD4-D04A-D643-BC5A-1155232D1226}" srcOrd="0" destOrd="0" parTransId="{0A809812-603F-2D43-9F07-5117199FC04A}" sibTransId="{BA2C39A3-F70E-5844-A875-D7DB3C9BA86A}"/>
    <dgm:cxn modelId="{8176279F-D07F-3748-9D1D-CEBF94AF4B4C}" type="presOf" srcId="{E817EFD4-D04A-D643-BC5A-1155232D1226}" destId="{496D820D-071C-2F4B-B621-76188297CC04}" srcOrd="0" destOrd="0" presId="urn:microsoft.com/office/officeart/2005/8/layout/hierarchy2"/>
    <dgm:cxn modelId="{6F416EA0-1825-8C4B-AD92-7AB7E68202CE}" srcId="{600A6379-5F06-9248-B919-21F9DB9D0768}" destId="{27966470-896D-FA4C-864A-69DABF2A2C0A}" srcOrd="0" destOrd="0" parTransId="{A94E7B35-1BDE-D24A-ADA9-E2CF501992C2}" sibTransId="{08D0EB36-7935-DD4C-B3D9-E7427CDFD5AE}"/>
    <dgm:cxn modelId="{5ECC87A5-4CE6-F446-A750-019B0C0B6D29}" srcId="{69C0EEE1-B907-EF48-9101-B1B4D739A2D3}" destId="{F9707FF7-65A0-8B4F-9637-81878C885C57}" srcOrd="1" destOrd="0" parTransId="{40AD4C3E-A2D9-A84E-A122-F03E96081319}" sibTransId="{4FAF2D55-28F9-6845-91C0-5A70D5392287}"/>
    <dgm:cxn modelId="{D624CBAA-93E6-C84D-A4E9-DD75C4C833B2}" srcId="{1EFB3A05-C2E1-4440-93D8-BF8D0B5CEBFD}" destId="{0382CA24-E0B1-8C4E-8ECF-FC38CD9A9899}" srcOrd="0" destOrd="0" parTransId="{3867CCA2-B271-8841-A656-2EACBFBE97EB}" sibTransId="{FECA3856-F86B-D448-942F-8E98B3BC63C9}"/>
    <dgm:cxn modelId="{A64CFEB0-32CF-9747-85ED-CC0E840E269E}" type="presOf" srcId="{1253E959-3869-6741-8478-FBEBFBAE38CE}" destId="{F9CE2DC5-35A3-8A45-84B4-18BA2DF82831}" srcOrd="1" destOrd="0" presId="urn:microsoft.com/office/officeart/2005/8/layout/hierarchy2"/>
    <dgm:cxn modelId="{2A9FB8B4-15D2-1944-B574-ACC1D7C0D155}" type="presOf" srcId="{F9707FF7-65A0-8B4F-9637-81878C885C57}" destId="{6C98E4A3-3645-FD45-92EF-F8A158D44905}" srcOrd="0" destOrd="0" presId="urn:microsoft.com/office/officeart/2005/8/layout/hierarchy2"/>
    <dgm:cxn modelId="{29500EB6-0701-4B4F-919C-C9C80C729334}" type="presOf" srcId="{AEED8A0B-BC48-ED47-9074-F59DD7D58F52}" destId="{7144E2D2-F959-8C4F-A9F5-4DF796121150}" srcOrd="0" destOrd="0" presId="urn:microsoft.com/office/officeart/2005/8/layout/hierarchy2"/>
    <dgm:cxn modelId="{4DCBC0BB-5BE9-6F45-95A4-AFA8E881E75D}" type="presOf" srcId="{20360564-32DC-B545-8D11-7D800782BEA8}" destId="{F20F1C8D-5FB5-AF43-984C-7A313AA0FEF6}" srcOrd="0" destOrd="0" presId="urn:microsoft.com/office/officeart/2005/8/layout/hierarchy2"/>
    <dgm:cxn modelId="{0856A8BC-67D2-D341-BA71-9AC37BEEDCDC}" type="presOf" srcId="{40AD4C3E-A2D9-A84E-A122-F03E96081319}" destId="{8E6F5D57-D405-374C-A0E9-321A8494796D}" srcOrd="1" destOrd="0" presId="urn:microsoft.com/office/officeart/2005/8/layout/hierarchy2"/>
    <dgm:cxn modelId="{BB5B64BD-5BC7-EC49-85CE-EC72AA7F026B}" srcId="{5C6A8180-850A-9947-979B-E4974A3EAEDE}" destId="{CD9BD929-4A2A-1F4B-9589-143E5BDB7CE5}" srcOrd="0" destOrd="0" parTransId="{CB08C351-0C69-E14A-9B78-76E307592CF3}" sibTransId="{3D52B94D-DD75-9747-8669-3AAE0F110F2E}"/>
    <dgm:cxn modelId="{88549CC3-BD9C-6B4F-868B-0F3CD3721DDA}" type="presOf" srcId="{CC967C6E-B730-C34E-9000-F1E610EF0285}" destId="{D9938188-2A09-8D40-861A-473C6DF376BA}" srcOrd="1" destOrd="0" presId="urn:microsoft.com/office/officeart/2005/8/layout/hierarchy2"/>
    <dgm:cxn modelId="{2E0808C6-18C0-F048-BD98-44BA5C022AFA}" type="presOf" srcId="{DFBC880B-7C21-D847-B286-2D9A0A92A6B8}" destId="{E63F4B36-377C-B441-AAB7-399E7C7E2B0C}" srcOrd="1" destOrd="0" presId="urn:microsoft.com/office/officeart/2005/8/layout/hierarchy2"/>
    <dgm:cxn modelId="{1E12B2D1-E847-A249-AA81-D413AFAA52B4}" srcId="{4089CD41-F595-DB44-A7C1-AA063BD8189C}" destId="{ED9FA16B-13CB-CE49-8D77-9DFECB128A09}" srcOrd="1" destOrd="0" parTransId="{591B7F2E-16DB-0F4D-998E-3CD2378464C0}" sibTransId="{4CF87E5D-7007-384B-AB62-3FF8201CEB7F}"/>
    <dgm:cxn modelId="{5A7A1AD3-A35F-0C49-87BE-13AED1F659D8}" type="presOf" srcId="{4089CD41-F595-DB44-A7C1-AA063BD8189C}" destId="{9F296D27-46EC-AF43-BC90-4526D1727E5D}" srcOrd="0" destOrd="0" presId="urn:microsoft.com/office/officeart/2005/8/layout/hierarchy2"/>
    <dgm:cxn modelId="{E3A9D1D6-B4FB-104B-B81C-A085CE3AD371}" srcId="{0382CA24-E0B1-8C4E-8ECF-FC38CD9A9899}" destId="{600A6379-5F06-9248-B919-21F9DB9D0768}" srcOrd="1" destOrd="0" parTransId="{45EA6995-9EA0-C447-845E-9583CB00CB83}" sibTransId="{017C2CE0-AF10-BE44-B6D0-13035C17ABDD}"/>
    <dgm:cxn modelId="{F6AE71E2-6A62-8543-AC4D-3BD73CC5314F}" type="presOf" srcId="{F594864E-8616-EA47-B2C6-18EAD50383D7}" destId="{57C71C33-2E17-C746-BA51-DF13C906CAC9}" srcOrd="0" destOrd="0" presId="urn:microsoft.com/office/officeart/2005/8/layout/hierarchy2"/>
    <dgm:cxn modelId="{914797E5-9D1F-D344-A798-1F3F186497FD}" type="presOf" srcId="{7E5A2FF1-B644-004C-A29D-9F1F971DC7B7}" destId="{FE33E396-C3DF-F54D-954C-CD9E5DB40AAB}" srcOrd="0" destOrd="0" presId="urn:microsoft.com/office/officeart/2005/8/layout/hierarchy2"/>
    <dgm:cxn modelId="{57D7E7E9-44DB-A646-903A-F5B556F0EF8C}" type="presOf" srcId="{575B9356-0322-E04B-B022-688470195641}" destId="{EEA77F05-AFE3-1641-BED2-F0AFA5A7E0B6}" srcOrd="0" destOrd="0" presId="urn:microsoft.com/office/officeart/2005/8/layout/hierarchy2"/>
    <dgm:cxn modelId="{78E344F1-3A12-3E42-B9ED-3A94BA532BDC}" type="presOf" srcId="{CB08C351-0C69-E14A-9B78-76E307592CF3}" destId="{D59D99A9-F61A-5A40-9C47-5D68DC9FC714}" srcOrd="1" destOrd="0" presId="urn:microsoft.com/office/officeart/2005/8/layout/hierarchy2"/>
    <dgm:cxn modelId="{37DB6EF2-9943-DC4E-AFA3-D4A6BC6A229C}" type="presOf" srcId="{94E520B9-A965-2F49-9573-D3E13432C6B7}" destId="{B93DFA66-2547-4A4B-9AC3-7D98C77BBE77}" srcOrd="0" destOrd="0" presId="urn:microsoft.com/office/officeart/2005/8/layout/hierarchy2"/>
    <dgm:cxn modelId="{6A8D91F8-F8CD-5849-89D1-037DA26DC0AF}" srcId="{C42B4F96-FF61-FB44-AD0A-DB7B8837E8DA}" destId="{2B6AB08C-CBC5-594C-A97D-FD10078EF9DA}" srcOrd="0" destOrd="0" parTransId="{AEED8A0B-BC48-ED47-9074-F59DD7D58F52}" sibTransId="{0D08382A-7E8A-804F-AEE4-94EECDD85EFC}"/>
    <dgm:cxn modelId="{A7D16BFA-CFE2-CD44-B8CB-2B8D1D34A73C}" type="presOf" srcId="{0A809812-603F-2D43-9F07-5117199FC04A}" destId="{D8F410F6-3A6E-7749-BA9F-65E83BE65CDC}" srcOrd="1" destOrd="0" presId="urn:microsoft.com/office/officeart/2005/8/layout/hierarchy2"/>
    <dgm:cxn modelId="{CE7E41FD-9590-4A4E-8091-B1160F0C0CEE}" type="presOf" srcId="{A192792B-D4D4-BC44-A8D2-D0017C5A60FB}" destId="{52AE0E43-7717-2242-93CF-D7BECDCA0094}" srcOrd="1" destOrd="0" presId="urn:microsoft.com/office/officeart/2005/8/layout/hierarchy2"/>
    <dgm:cxn modelId="{F93B7CFD-6A96-FC45-96D1-A0A58D08243F}" type="presOf" srcId="{90705FA4-5A75-8E40-8FA7-B35437D999CA}" destId="{4F0F6760-C413-2A48-925F-A83AC936267C}" srcOrd="0" destOrd="0" presId="urn:microsoft.com/office/officeart/2005/8/layout/hierarchy2"/>
    <dgm:cxn modelId="{FA667BFE-2DD1-294F-8637-5E989E7C574C}" type="presOf" srcId="{EAE666B2-FBF6-7142-9E46-F4D81EA16748}" destId="{80CA9B38-EA4D-5F46-9754-9638AAC2378B}" srcOrd="0" destOrd="0" presId="urn:microsoft.com/office/officeart/2005/8/layout/hierarchy2"/>
    <dgm:cxn modelId="{8FF73036-CE1A-904E-B826-DABC8B7EE64F}" type="presParOf" srcId="{9F296D27-46EC-AF43-BC90-4526D1727E5D}" destId="{5C2867CE-8DA2-5846-9189-488003BB200F}" srcOrd="0" destOrd="0" presId="urn:microsoft.com/office/officeart/2005/8/layout/hierarchy2"/>
    <dgm:cxn modelId="{1C98EC91-5472-A64C-8805-20B58698B775}" type="presParOf" srcId="{5C2867CE-8DA2-5846-9189-488003BB200F}" destId="{4F0F6760-C413-2A48-925F-A83AC936267C}" srcOrd="0" destOrd="0" presId="urn:microsoft.com/office/officeart/2005/8/layout/hierarchy2"/>
    <dgm:cxn modelId="{0E182DA1-3859-514F-859B-9C159EB0D437}" type="presParOf" srcId="{5C2867CE-8DA2-5846-9189-488003BB200F}" destId="{84776321-6DA6-A045-9E25-F2F705BC4AEB}" srcOrd="1" destOrd="0" presId="urn:microsoft.com/office/officeart/2005/8/layout/hierarchy2"/>
    <dgm:cxn modelId="{CA6FC4B8-08CC-C94D-8416-4C3C2A0B2A1C}" type="presParOf" srcId="{84776321-6DA6-A045-9E25-F2F705BC4AEB}" destId="{F1031B7C-3226-4845-841C-C4D1C7E3F889}" srcOrd="0" destOrd="0" presId="urn:microsoft.com/office/officeart/2005/8/layout/hierarchy2"/>
    <dgm:cxn modelId="{CE9A8934-F313-7549-A61B-E76A05AE2222}" type="presParOf" srcId="{F1031B7C-3226-4845-841C-C4D1C7E3F889}" destId="{8464BDD9-1444-D745-887B-BCBA410C306C}" srcOrd="0" destOrd="0" presId="urn:microsoft.com/office/officeart/2005/8/layout/hierarchy2"/>
    <dgm:cxn modelId="{BDAE1034-5645-E04F-9230-6236868DDCBE}" type="presParOf" srcId="{84776321-6DA6-A045-9E25-F2F705BC4AEB}" destId="{91CF6790-AB2B-FC4C-AA19-16D8D20956C6}" srcOrd="1" destOrd="0" presId="urn:microsoft.com/office/officeart/2005/8/layout/hierarchy2"/>
    <dgm:cxn modelId="{5D888C03-1AAB-4748-B2F0-977368C18495}" type="presParOf" srcId="{91CF6790-AB2B-FC4C-AA19-16D8D20956C6}" destId="{C207FB42-4D71-1844-963D-7A1C21EF5300}" srcOrd="0" destOrd="0" presId="urn:microsoft.com/office/officeart/2005/8/layout/hierarchy2"/>
    <dgm:cxn modelId="{E25F357F-ACFD-8540-A261-4165EE5D412C}" type="presParOf" srcId="{91CF6790-AB2B-FC4C-AA19-16D8D20956C6}" destId="{C2E8E85D-40CE-EA42-9577-4F80C9F9090F}" srcOrd="1" destOrd="0" presId="urn:microsoft.com/office/officeart/2005/8/layout/hierarchy2"/>
    <dgm:cxn modelId="{EA82BF0D-F3A9-2445-87D7-65C2E45A7AD3}" type="presParOf" srcId="{C2E8E85D-40CE-EA42-9577-4F80C9F9090F}" destId="{17892AC1-E768-0B40-8CD5-9C15A0951E7F}" srcOrd="0" destOrd="0" presId="urn:microsoft.com/office/officeart/2005/8/layout/hierarchy2"/>
    <dgm:cxn modelId="{B02DBBEF-38C2-B54D-A5BF-EDED88299A3D}" type="presParOf" srcId="{17892AC1-E768-0B40-8CD5-9C15A0951E7F}" destId="{D8F410F6-3A6E-7749-BA9F-65E83BE65CDC}" srcOrd="0" destOrd="0" presId="urn:microsoft.com/office/officeart/2005/8/layout/hierarchy2"/>
    <dgm:cxn modelId="{C0A63D5C-772C-934E-A8B6-A4B35A4455E1}" type="presParOf" srcId="{C2E8E85D-40CE-EA42-9577-4F80C9F9090F}" destId="{0636BEF2-1E0E-A94A-AF98-CBB2A3CAE760}" srcOrd="1" destOrd="0" presId="urn:microsoft.com/office/officeart/2005/8/layout/hierarchy2"/>
    <dgm:cxn modelId="{268EFD97-34A6-F746-AC86-9A30C0BCD69E}" type="presParOf" srcId="{0636BEF2-1E0E-A94A-AF98-CBB2A3CAE760}" destId="{496D820D-071C-2F4B-B621-76188297CC04}" srcOrd="0" destOrd="0" presId="urn:microsoft.com/office/officeart/2005/8/layout/hierarchy2"/>
    <dgm:cxn modelId="{DB4F208B-7214-C04A-A5C2-E6DA39BA64C2}" type="presParOf" srcId="{0636BEF2-1E0E-A94A-AF98-CBB2A3CAE760}" destId="{5A377C7E-0D77-0B4B-A5E9-534153870682}" srcOrd="1" destOrd="0" presId="urn:microsoft.com/office/officeart/2005/8/layout/hierarchy2"/>
    <dgm:cxn modelId="{5E8D2989-7557-9C46-BC9F-A3AAB9550CE8}" type="presParOf" srcId="{5A377C7E-0D77-0B4B-A5E9-534153870682}" destId="{5C77CC08-232E-3E48-9D2A-18946A75FDB5}" srcOrd="0" destOrd="0" presId="urn:microsoft.com/office/officeart/2005/8/layout/hierarchy2"/>
    <dgm:cxn modelId="{4F5DE16E-9591-7C4E-B497-9E28931A284F}" type="presParOf" srcId="{5C77CC08-232E-3E48-9D2A-18946A75FDB5}" destId="{E7F808BB-D711-D04A-B872-D7FCB5E99665}" srcOrd="0" destOrd="0" presId="urn:microsoft.com/office/officeart/2005/8/layout/hierarchy2"/>
    <dgm:cxn modelId="{8D027896-1525-DA46-92A7-56D07CCF4055}" type="presParOf" srcId="{5A377C7E-0D77-0B4B-A5E9-534153870682}" destId="{33765983-C75D-714E-8B78-FD7097999DA1}" srcOrd="1" destOrd="0" presId="urn:microsoft.com/office/officeart/2005/8/layout/hierarchy2"/>
    <dgm:cxn modelId="{D12E502C-BE52-5F43-83D6-257DAE6F9282}" type="presParOf" srcId="{33765983-C75D-714E-8B78-FD7097999DA1}" destId="{D9E215AC-69EA-F540-B719-B8658A1B82A2}" srcOrd="0" destOrd="0" presId="urn:microsoft.com/office/officeart/2005/8/layout/hierarchy2"/>
    <dgm:cxn modelId="{55E04160-A29F-C447-ABFF-6E9751C62F26}" type="presParOf" srcId="{33765983-C75D-714E-8B78-FD7097999DA1}" destId="{8479473E-60AE-4143-BC70-AB83E8EB93CC}" srcOrd="1" destOrd="0" presId="urn:microsoft.com/office/officeart/2005/8/layout/hierarchy2"/>
    <dgm:cxn modelId="{60B75514-F76E-2145-B38D-09C874F9EF02}" type="presParOf" srcId="{8479473E-60AE-4143-BC70-AB83E8EB93CC}" destId="{7144E2D2-F959-8C4F-A9F5-4DF796121150}" srcOrd="0" destOrd="0" presId="urn:microsoft.com/office/officeart/2005/8/layout/hierarchy2"/>
    <dgm:cxn modelId="{30625933-A2EE-884C-8D31-DA0915C7F94C}" type="presParOf" srcId="{7144E2D2-F959-8C4F-A9F5-4DF796121150}" destId="{83113C78-3650-BC4D-8200-11F23ED4BBE8}" srcOrd="0" destOrd="0" presId="urn:microsoft.com/office/officeart/2005/8/layout/hierarchy2"/>
    <dgm:cxn modelId="{23452412-14FE-D340-B287-0D7446190B8C}" type="presParOf" srcId="{8479473E-60AE-4143-BC70-AB83E8EB93CC}" destId="{F221CC1F-2F25-7147-9BD1-7A52FBD05F4B}" srcOrd="1" destOrd="0" presId="urn:microsoft.com/office/officeart/2005/8/layout/hierarchy2"/>
    <dgm:cxn modelId="{C5724509-1BA4-9645-80CC-ECFCC5148FCD}" type="presParOf" srcId="{F221CC1F-2F25-7147-9BD1-7A52FBD05F4B}" destId="{AB396F83-F45B-2F4D-A904-EA41AB37352A}" srcOrd="0" destOrd="0" presId="urn:microsoft.com/office/officeart/2005/8/layout/hierarchy2"/>
    <dgm:cxn modelId="{C47723A7-C6A3-BD46-B47A-C00A3990EE04}" type="presParOf" srcId="{F221CC1F-2F25-7147-9BD1-7A52FBD05F4B}" destId="{485E4FCD-414E-9C43-8192-6DB18E71AFCD}" srcOrd="1" destOrd="0" presId="urn:microsoft.com/office/officeart/2005/8/layout/hierarchy2"/>
    <dgm:cxn modelId="{589138CC-F1A2-B540-A9FE-423401D511E9}" type="presParOf" srcId="{485E4FCD-414E-9C43-8192-6DB18E71AFCD}" destId="{14F2C1DC-2A2D-7446-B356-371BCB3944D6}" srcOrd="0" destOrd="0" presId="urn:microsoft.com/office/officeart/2005/8/layout/hierarchy2"/>
    <dgm:cxn modelId="{87F15A59-FC29-7F4C-8A57-D4350FBEDAB8}" type="presParOf" srcId="{14F2C1DC-2A2D-7446-B356-371BCB3944D6}" destId="{D9938188-2A09-8D40-861A-473C6DF376BA}" srcOrd="0" destOrd="0" presId="urn:microsoft.com/office/officeart/2005/8/layout/hierarchy2"/>
    <dgm:cxn modelId="{71021546-348C-3049-916C-EA5727D4359B}" type="presParOf" srcId="{485E4FCD-414E-9C43-8192-6DB18E71AFCD}" destId="{36926277-ACC9-DE48-B83A-13D1FB5F7862}" srcOrd="1" destOrd="0" presId="urn:microsoft.com/office/officeart/2005/8/layout/hierarchy2"/>
    <dgm:cxn modelId="{9503B607-5907-9943-AB36-0EDA2D59726E}" type="presParOf" srcId="{36926277-ACC9-DE48-B83A-13D1FB5F7862}" destId="{57C71C33-2E17-C746-BA51-DF13C906CAC9}" srcOrd="0" destOrd="0" presId="urn:microsoft.com/office/officeart/2005/8/layout/hierarchy2"/>
    <dgm:cxn modelId="{DDC4EDFB-25C0-2F4D-A970-580D91D64951}" type="presParOf" srcId="{36926277-ACC9-DE48-B83A-13D1FB5F7862}" destId="{E258E402-410A-FA44-B2C1-CE09320650C0}" srcOrd="1" destOrd="0" presId="urn:microsoft.com/office/officeart/2005/8/layout/hierarchy2"/>
    <dgm:cxn modelId="{7ABB8F6A-9134-044D-B128-FD391E331C3C}" type="presParOf" srcId="{485E4FCD-414E-9C43-8192-6DB18E71AFCD}" destId="{91877F3A-F0A7-1D43-845A-F8653FEBDB13}" srcOrd="2" destOrd="0" presId="urn:microsoft.com/office/officeart/2005/8/layout/hierarchy2"/>
    <dgm:cxn modelId="{F8F59A37-F083-B448-81B4-E400F55413F9}" type="presParOf" srcId="{91877F3A-F0A7-1D43-845A-F8653FEBDB13}" destId="{F9CE2DC5-35A3-8A45-84B4-18BA2DF82831}" srcOrd="0" destOrd="0" presId="urn:microsoft.com/office/officeart/2005/8/layout/hierarchy2"/>
    <dgm:cxn modelId="{D53C0AF4-D97D-EE4E-808E-A289FC0BD4BE}" type="presParOf" srcId="{485E4FCD-414E-9C43-8192-6DB18E71AFCD}" destId="{B262F59F-5DE4-5148-880B-0092277AE929}" srcOrd="3" destOrd="0" presId="urn:microsoft.com/office/officeart/2005/8/layout/hierarchy2"/>
    <dgm:cxn modelId="{9091D23F-82EA-7443-AF90-CD05D70483AC}" type="presParOf" srcId="{B262F59F-5DE4-5148-880B-0092277AE929}" destId="{F4FF3CA5-7B19-0649-973E-EF0D6EA2B1EA}" srcOrd="0" destOrd="0" presId="urn:microsoft.com/office/officeart/2005/8/layout/hierarchy2"/>
    <dgm:cxn modelId="{210034FA-7C3F-EE4F-86F8-1E54AACA1133}" type="presParOf" srcId="{B262F59F-5DE4-5148-880B-0092277AE929}" destId="{193F72E3-E08A-C549-81F6-A1300127E0D5}" srcOrd="1" destOrd="0" presId="urn:microsoft.com/office/officeart/2005/8/layout/hierarchy2"/>
    <dgm:cxn modelId="{7762CFC7-2DE3-C948-A747-9CC569D396CE}" type="presParOf" srcId="{193F72E3-E08A-C549-81F6-A1300127E0D5}" destId="{146899B6-3A93-8F4C-BE51-EE24C7057A81}" srcOrd="0" destOrd="0" presId="urn:microsoft.com/office/officeart/2005/8/layout/hierarchy2"/>
    <dgm:cxn modelId="{B0D5A731-576E-4E47-8DCD-F5153BA9F1F3}" type="presParOf" srcId="{146899B6-3A93-8F4C-BE51-EE24C7057A81}" destId="{DD765FC7-B5DB-AA44-AE1A-AFBCCBD23442}" srcOrd="0" destOrd="0" presId="urn:microsoft.com/office/officeart/2005/8/layout/hierarchy2"/>
    <dgm:cxn modelId="{A9D3F0EE-CB0B-B542-A018-7FD715921C18}" type="presParOf" srcId="{193F72E3-E08A-C549-81F6-A1300127E0D5}" destId="{06B15169-16A0-B549-8D76-03EFF6415239}" srcOrd="1" destOrd="0" presId="urn:microsoft.com/office/officeart/2005/8/layout/hierarchy2"/>
    <dgm:cxn modelId="{ED296AF1-59EF-BF44-B303-CDD0AC4ABDB7}" type="presParOf" srcId="{06B15169-16A0-B549-8D76-03EFF6415239}" destId="{3B1D4A94-7802-5F49-AF81-9831EEA4089D}" srcOrd="0" destOrd="0" presId="urn:microsoft.com/office/officeart/2005/8/layout/hierarchy2"/>
    <dgm:cxn modelId="{B8D21762-AA4D-B241-AC93-2E728F9136F3}" type="presParOf" srcId="{06B15169-16A0-B549-8D76-03EFF6415239}" destId="{4DDAD978-9FBF-FF47-9295-730E0446C0DD}" srcOrd="1" destOrd="0" presId="urn:microsoft.com/office/officeart/2005/8/layout/hierarchy2"/>
    <dgm:cxn modelId="{66D02B5F-936E-714E-81B6-3EBF58B9C198}" type="presParOf" srcId="{4DDAD978-9FBF-FF47-9295-730E0446C0DD}" destId="{41EE5498-B731-8F49-BA82-ECC37ABCF394}" srcOrd="0" destOrd="0" presId="urn:microsoft.com/office/officeart/2005/8/layout/hierarchy2"/>
    <dgm:cxn modelId="{0878E71A-9BCF-174B-BECC-858A5159C2D4}" type="presParOf" srcId="{41EE5498-B731-8F49-BA82-ECC37ABCF394}" destId="{D59D99A9-F61A-5A40-9C47-5D68DC9FC714}" srcOrd="0" destOrd="0" presId="urn:microsoft.com/office/officeart/2005/8/layout/hierarchy2"/>
    <dgm:cxn modelId="{B1FC6A00-9F3A-4041-B6EB-007ADC7E5A0E}" type="presParOf" srcId="{4DDAD978-9FBF-FF47-9295-730E0446C0DD}" destId="{95202AA2-0968-874F-AF3E-2CA8EC6F8176}" srcOrd="1" destOrd="0" presId="urn:microsoft.com/office/officeart/2005/8/layout/hierarchy2"/>
    <dgm:cxn modelId="{CAC1261B-44B2-6047-B038-25D56CB2A0D6}" type="presParOf" srcId="{95202AA2-0968-874F-AF3E-2CA8EC6F8176}" destId="{BE886E28-EEAA-EA42-8228-5D156B213D34}" srcOrd="0" destOrd="0" presId="urn:microsoft.com/office/officeart/2005/8/layout/hierarchy2"/>
    <dgm:cxn modelId="{8AE58605-9265-9A49-B4C3-A1FB84855831}" type="presParOf" srcId="{95202AA2-0968-874F-AF3E-2CA8EC6F8176}" destId="{D41F375E-B198-434E-864E-2C388382D8EB}" srcOrd="1" destOrd="0" presId="urn:microsoft.com/office/officeart/2005/8/layout/hierarchy2"/>
    <dgm:cxn modelId="{09CCCF30-F663-5444-A0DE-A93D8348CA6B}" type="presParOf" srcId="{193F72E3-E08A-C549-81F6-A1300127E0D5}" destId="{2A6B65C1-A301-0B45-9DFF-71FCE2FECB7D}" srcOrd="2" destOrd="0" presId="urn:microsoft.com/office/officeart/2005/8/layout/hierarchy2"/>
    <dgm:cxn modelId="{81C41069-9090-084F-9D8E-3B98F55D7333}" type="presParOf" srcId="{2A6B65C1-A301-0B45-9DFF-71FCE2FECB7D}" destId="{8E6F5D57-D405-374C-A0E9-321A8494796D}" srcOrd="0" destOrd="0" presId="urn:microsoft.com/office/officeart/2005/8/layout/hierarchy2"/>
    <dgm:cxn modelId="{F9BDB1DE-250B-3B42-9128-C944CE0467A2}" type="presParOf" srcId="{193F72E3-E08A-C549-81F6-A1300127E0D5}" destId="{55275699-74E6-EE47-9112-0209837E5DAB}" srcOrd="3" destOrd="0" presId="urn:microsoft.com/office/officeart/2005/8/layout/hierarchy2"/>
    <dgm:cxn modelId="{151DB0C5-0818-7D43-86AE-F7E3774207C2}" type="presParOf" srcId="{55275699-74E6-EE47-9112-0209837E5DAB}" destId="{6C98E4A3-3645-FD45-92EF-F8A158D44905}" srcOrd="0" destOrd="0" presId="urn:microsoft.com/office/officeart/2005/8/layout/hierarchy2"/>
    <dgm:cxn modelId="{652B03D6-F7B2-1A4F-B42E-403EA8A17352}" type="presParOf" srcId="{55275699-74E6-EE47-9112-0209837E5DAB}" destId="{D6B986A7-06DF-914A-9FC7-F5326016EAD1}" srcOrd="1" destOrd="0" presId="urn:microsoft.com/office/officeart/2005/8/layout/hierarchy2"/>
    <dgm:cxn modelId="{08F87028-D7F8-3044-B732-9F88081A2A99}" type="presParOf" srcId="{9F296D27-46EC-AF43-BC90-4526D1727E5D}" destId="{9C4D996F-E3EC-F540-BB69-C9073C7716B6}" srcOrd="1" destOrd="0" presId="urn:microsoft.com/office/officeart/2005/8/layout/hierarchy2"/>
    <dgm:cxn modelId="{91307188-A4B0-3949-BB73-DC7FF3DDEE8B}" type="presParOf" srcId="{9C4D996F-E3EC-F540-BB69-C9073C7716B6}" destId="{D156C542-D466-2746-98E3-9930AF5D6871}" srcOrd="0" destOrd="0" presId="urn:microsoft.com/office/officeart/2005/8/layout/hierarchy2"/>
    <dgm:cxn modelId="{7E3AA5DA-57BB-7C41-B53E-EE7ED5240BFC}" type="presParOf" srcId="{9C4D996F-E3EC-F540-BB69-C9073C7716B6}" destId="{2A74A0A5-3DFB-A14C-97E7-83956F74A731}" srcOrd="1" destOrd="0" presId="urn:microsoft.com/office/officeart/2005/8/layout/hierarchy2"/>
    <dgm:cxn modelId="{ADF19C64-94E5-9842-A3EA-C6B8604E1EDA}" type="presParOf" srcId="{2A74A0A5-3DFB-A14C-97E7-83956F74A731}" destId="{D18B9256-C82C-D842-8536-2EC0F824677E}" srcOrd="0" destOrd="0" presId="urn:microsoft.com/office/officeart/2005/8/layout/hierarchy2"/>
    <dgm:cxn modelId="{24018F04-17DC-4047-A1C7-711BD350ABCA}" type="presParOf" srcId="{D18B9256-C82C-D842-8536-2EC0F824677E}" destId="{52AE0E43-7717-2242-93CF-D7BECDCA0094}" srcOrd="0" destOrd="0" presId="urn:microsoft.com/office/officeart/2005/8/layout/hierarchy2"/>
    <dgm:cxn modelId="{886D0AB2-5F98-5844-8805-6B9E52C72AE3}" type="presParOf" srcId="{2A74A0A5-3DFB-A14C-97E7-83956F74A731}" destId="{8BEA1D86-AE3F-874A-9A86-103BC5C299AF}" srcOrd="1" destOrd="0" presId="urn:microsoft.com/office/officeart/2005/8/layout/hierarchy2"/>
    <dgm:cxn modelId="{020C1FD1-EC06-0D4B-A478-88735F5A473B}" type="presParOf" srcId="{8BEA1D86-AE3F-874A-9A86-103BC5C299AF}" destId="{5AB2048B-6854-D745-B96F-EDB0FC90D33D}" srcOrd="0" destOrd="0" presId="urn:microsoft.com/office/officeart/2005/8/layout/hierarchy2"/>
    <dgm:cxn modelId="{FA8225C8-F722-E240-9B18-74F3C796E7B5}" type="presParOf" srcId="{8BEA1D86-AE3F-874A-9A86-103BC5C299AF}" destId="{16BB2A55-AAA8-A043-91C5-90C0C74C30E9}" srcOrd="1" destOrd="0" presId="urn:microsoft.com/office/officeart/2005/8/layout/hierarchy2"/>
    <dgm:cxn modelId="{5EAA25E9-E890-A74B-895B-125D33434632}" type="presParOf" srcId="{16BB2A55-AAA8-A043-91C5-90C0C74C30E9}" destId="{9B0F2642-B7CC-F44E-B424-D9196EBE42A7}" srcOrd="0" destOrd="0" presId="urn:microsoft.com/office/officeart/2005/8/layout/hierarchy2"/>
    <dgm:cxn modelId="{BCEC065F-4F2C-9446-B60A-1FC588F0A90A}" type="presParOf" srcId="{9B0F2642-B7CC-F44E-B424-D9196EBE42A7}" destId="{663049D5-EF81-BC41-BC56-845858AE9E78}" srcOrd="0" destOrd="0" presId="urn:microsoft.com/office/officeart/2005/8/layout/hierarchy2"/>
    <dgm:cxn modelId="{64E50FD1-6859-5342-B746-47C48585B5EB}" type="presParOf" srcId="{16BB2A55-AAA8-A043-91C5-90C0C74C30E9}" destId="{15941B82-DC98-FC4A-9ABE-63ACD5742BA6}" srcOrd="1" destOrd="0" presId="urn:microsoft.com/office/officeart/2005/8/layout/hierarchy2"/>
    <dgm:cxn modelId="{8E134B94-CA06-7043-BC1E-C50D32033AFD}" type="presParOf" srcId="{15941B82-DC98-FC4A-9ABE-63ACD5742BA6}" destId="{068CE460-D1F4-D442-8E26-E4E7B4621556}" srcOrd="0" destOrd="0" presId="urn:microsoft.com/office/officeart/2005/8/layout/hierarchy2"/>
    <dgm:cxn modelId="{8AE45FF5-BF41-1547-9566-25C253830376}" type="presParOf" srcId="{15941B82-DC98-FC4A-9ABE-63ACD5742BA6}" destId="{345643BD-6F7F-7146-A7B4-9F83038E918F}" srcOrd="1" destOrd="0" presId="urn:microsoft.com/office/officeart/2005/8/layout/hierarchy2"/>
    <dgm:cxn modelId="{C74199FB-0846-074E-9E5D-B29FE091BCEA}" type="presParOf" srcId="{345643BD-6F7F-7146-A7B4-9F83038E918F}" destId="{80CA9B38-EA4D-5F46-9754-9638AAC2378B}" srcOrd="0" destOrd="0" presId="urn:microsoft.com/office/officeart/2005/8/layout/hierarchy2"/>
    <dgm:cxn modelId="{64A7885E-7F3F-9C4D-A961-838930AAE646}" type="presParOf" srcId="{80CA9B38-EA4D-5F46-9754-9638AAC2378B}" destId="{D34CEE6F-B09F-AC44-8B86-8190DBB64ADC}" srcOrd="0" destOrd="0" presId="urn:microsoft.com/office/officeart/2005/8/layout/hierarchy2"/>
    <dgm:cxn modelId="{517443FC-7E74-D945-9655-17AB46BE8AD2}" type="presParOf" srcId="{345643BD-6F7F-7146-A7B4-9F83038E918F}" destId="{87985185-14B9-8546-9673-1380542EAAEC}" srcOrd="1" destOrd="0" presId="urn:microsoft.com/office/officeart/2005/8/layout/hierarchy2"/>
    <dgm:cxn modelId="{05865558-698B-E84E-88C5-8DD1C547AE26}" type="presParOf" srcId="{87985185-14B9-8546-9673-1380542EAAEC}" destId="{B1BB551F-7A1C-0245-A6E6-905AA95450B2}" srcOrd="0" destOrd="0" presId="urn:microsoft.com/office/officeart/2005/8/layout/hierarchy2"/>
    <dgm:cxn modelId="{1378111E-AEF8-B941-9010-3BCBE11DDA47}" type="presParOf" srcId="{87985185-14B9-8546-9673-1380542EAAEC}" destId="{21C0EB6B-4DB9-C44B-8B5F-36D50823CCFA}" srcOrd="1" destOrd="0" presId="urn:microsoft.com/office/officeart/2005/8/layout/hierarchy2"/>
    <dgm:cxn modelId="{E1007EEC-8A06-864D-946F-8631968EEBDE}" type="presParOf" srcId="{345643BD-6F7F-7146-A7B4-9F83038E918F}" destId="{B9EFFAD9-65DA-F34B-8F67-3F2780101061}" srcOrd="2" destOrd="0" presId="urn:microsoft.com/office/officeart/2005/8/layout/hierarchy2"/>
    <dgm:cxn modelId="{E63749AE-D851-9640-BCD7-0D9C1CF6CB9A}" type="presParOf" srcId="{B9EFFAD9-65DA-F34B-8F67-3F2780101061}" destId="{E6197367-E5CD-2E40-B88E-8309ED151E58}" srcOrd="0" destOrd="0" presId="urn:microsoft.com/office/officeart/2005/8/layout/hierarchy2"/>
    <dgm:cxn modelId="{15C5B9B8-36C0-8E4E-BF51-16CC0000E531}" type="presParOf" srcId="{345643BD-6F7F-7146-A7B4-9F83038E918F}" destId="{C4CD9E0A-61B1-0A45-B0E6-41130B57DC0F}" srcOrd="3" destOrd="0" presId="urn:microsoft.com/office/officeart/2005/8/layout/hierarchy2"/>
    <dgm:cxn modelId="{C3393CA5-2E4F-8A45-BB20-9ECA33006704}" type="presParOf" srcId="{C4CD9E0A-61B1-0A45-B0E6-41130B57DC0F}" destId="{C375F8D7-AF96-6743-9519-FC2AEDEDD76F}" srcOrd="0" destOrd="0" presId="urn:microsoft.com/office/officeart/2005/8/layout/hierarchy2"/>
    <dgm:cxn modelId="{4966BC62-699C-7E48-A4B9-242AFE2A0D78}" type="presParOf" srcId="{C4CD9E0A-61B1-0A45-B0E6-41130B57DC0F}" destId="{18DFFD7D-A734-184E-8699-78F4F35F5D2E}" srcOrd="1" destOrd="0" presId="urn:microsoft.com/office/officeart/2005/8/layout/hierarchy2"/>
    <dgm:cxn modelId="{7887B4D1-75AF-1C41-BDB8-2A712CFB323E}" type="presParOf" srcId="{18DFFD7D-A734-184E-8699-78F4F35F5D2E}" destId="{AB9378E3-CD3D-C04A-AF52-6458D7ECBDFB}" srcOrd="0" destOrd="0" presId="urn:microsoft.com/office/officeart/2005/8/layout/hierarchy2"/>
    <dgm:cxn modelId="{CFE3C1F2-CC24-3946-BA30-C1B102592ED7}" type="presParOf" srcId="{AB9378E3-CD3D-C04A-AF52-6458D7ECBDFB}" destId="{C126DC19-B5FE-164C-8BF9-951E369CFB63}" srcOrd="0" destOrd="0" presId="urn:microsoft.com/office/officeart/2005/8/layout/hierarchy2"/>
    <dgm:cxn modelId="{E98F8991-1BE4-E544-A228-1580B40ABD04}" type="presParOf" srcId="{18DFFD7D-A734-184E-8699-78F4F35F5D2E}" destId="{7E729A99-59E9-5642-9BB3-4DEE26522F72}" srcOrd="1" destOrd="0" presId="urn:microsoft.com/office/officeart/2005/8/layout/hierarchy2"/>
    <dgm:cxn modelId="{F77B9389-C041-8841-8333-32DCC851CFE4}" type="presParOf" srcId="{7E729A99-59E9-5642-9BB3-4DEE26522F72}" destId="{A409C43D-2A7B-C049-82D6-D8BC1E00F54D}" srcOrd="0" destOrd="0" presId="urn:microsoft.com/office/officeart/2005/8/layout/hierarchy2"/>
    <dgm:cxn modelId="{0C73EEB0-3E2E-4640-8493-E209C38C4E37}" type="presParOf" srcId="{7E729A99-59E9-5642-9BB3-4DEE26522F72}" destId="{BDD4A853-CC93-2744-9B53-E99F898E3C82}" srcOrd="1" destOrd="0" presId="urn:microsoft.com/office/officeart/2005/8/layout/hierarchy2"/>
    <dgm:cxn modelId="{D4C892F5-6E51-7146-B1F4-A0B53E2810E9}" type="presParOf" srcId="{18DFFD7D-A734-184E-8699-78F4F35F5D2E}" destId="{FE33E396-C3DF-F54D-954C-CD9E5DB40AAB}" srcOrd="2" destOrd="0" presId="urn:microsoft.com/office/officeart/2005/8/layout/hierarchy2"/>
    <dgm:cxn modelId="{5EFDD6D1-6AF0-4646-8DDD-1BE0FAB84692}" type="presParOf" srcId="{FE33E396-C3DF-F54D-954C-CD9E5DB40AAB}" destId="{68C25F37-B2D7-7C49-A153-FBE4BF34ACE8}" srcOrd="0" destOrd="0" presId="urn:microsoft.com/office/officeart/2005/8/layout/hierarchy2"/>
    <dgm:cxn modelId="{DD45C86E-F61C-2A4D-AC86-323766DB3D8C}" type="presParOf" srcId="{18DFFD7D-A734-184E-8699-78F4F35F5D2E}" destId="{CA5AFA89-6875-DB40-820E-8EA46BAD8703}" srcOrd="3" destOrd="0" presId="urn:microsoft.com/office/officeart/2005/8/layout/hierarchy2"/>
    <dgm:cxn modelId="{9A7F4546-2981-8E40-BC32-FF1C57D32AA8}" type="presParOf" srcId="{CA5AFA89-6875-DB40-820E-8EA46BAD8703}" destId="{4C63C479-D568-444F-93B2-2E35449A6435}" srcOrd="0" destOrd="0" presId="urn:microsoft.com/office/officeart/2005/8/layout/hierarchy2"/>
    <dgm:cxn modelId="{7F7881DD-699A-BD48-988C-3769887C77CF}" type="presParOf" srcId="{CA5AFA89-6875-DB40-820E-8EA46BAD8703}" destId="{C4AE83DB-AE2A-1A49-B308-CF1EE581B0B7}" srcOrd="1" destOrd="0" presId="urn:microsoft.com/office/officeart/2005/8/layout/hierarchy2"/>
    <dgm:cxn modelId="{EB255A02-C4F2-B340-B586-AAB8E14EC67B}" type="presParOf" srcId="{2A74A0A5-3DFB-A14C-97E7-83956F74A731}" destId="{58042359-64C3-6345-B668-B22675F101D0}" srcOrd="2" destOrd="0" presId="urn:microsoft.com/office/officeart/2005/8/layout/hierarchy2"/>
    <dgm:cxn modelId="{18B574A7-D1C2-AC41-8E95-B0073F26FD58}" type="presParOf" srcId="{58042359-64C3-6345-B668-B22675F101D0}" destId="{E63F4B36-377C-B441-AAB7-399E7C7E2B0C}" srcOrd="0" destOrd="0" presId="urn:microsoft.com/office/officeart/2005/8/layout/hierarchy2"/>
    <dgm:cxn modelId="{E569B16E-3DA8-E541-99D8-CB791AEE1273}" type="presParOf" srcId="{2A74A0A5-3DFB-A14C-97E7-83956F74A731}" destId="{24C11406-61E0-4F4D-B9E1-B1754EE67057}" srcOrd="3" destOrd="0" presId="urn:microsoft.com/office/officeart/2005/8/layout/hierarchy2"/>
    <dgm:cxn modelId="{8133F41B-69D0-2244-B533-35BE9A23ABFF}" type="presParOf" srcId="{24C11406-61E0-4F4D-B9E1-B1754EE67057}" destId="{F20F1C8D-5FB5-AF43-984C-7A313AA0FEF6}" srcOrd="0" destOrd="0" presId="urn:microsoft.com/office/officeart/2005/8/layout/hierarchy2"/>
    <dgm:cxn modelId="{07FD4EA9-5F0A-D749-B4AC-F932628C5141}" type="presParOf" srcId="{24C11406-61E0-4F4D-B9E1-B1754EE67057}" destId="{96D9245E-4019-3549-A7F7-0D9319ABB8AC}" srcOrd="1" destOrd="0" presId="urn:microsoft.com/office/officeart/2005/8/layout/hierarchy2"/>
    <dgm:cxn modelId="{47E3D066-4802-CB4D-9677-C1AA62B14CE6}" type="presParOf" srcId="{96D9245E-4019-3549-A7F7-0D9319ABB8AC}" destId="{2639AEBB-3136-9C48-9EA5-EA71655B6D36}" srcOrd="0" destOrd="0" presId="urn:microsoft.com/office/officeart/2005/8/layout/hierarchy2"/>
    <dgm:cxn modelId="{F5041268-D25C-024C-882A-3279B4E3C36E}" type="presParOf" srcId="{2639AEBB-3136-9C48-9EA5-EA71655B6D36}" destId="{C46120E1-4350-2F46-B57E-4B21FAB4E6D0}" srcOrd="0" destOrd="0" presId="urn:microsoft.com/office/officeart/2005/8/layout/hierarchy2"/>
    <dgm:cxn modelId="{6C72A176-AA27-C54D-8FD2-0BF34EA8DBA2}" type="presParOf" srcId="{96D9245E-4019-3549-A7F7-0D9319ABB8AC}" destId="{02E2C7FD-867B-CD47-A4E6-621B8C755B80}" srcOrd="1" destOrd="0" presId="urn:microsoft.com/office/officeart/2005/8/layout/hierarchy2"/>
    <dgm:cxn modelId="{32FCD5D5-E35F-004D-9AC0-041B0F271D1A}" type="presParOf" srcId="{02E2C7FD-867B-CD47-A4E6-621B8C755B80}" destId="{EEA77F05-AFE3-1641-BED2-F0AFA5A7E0B6}" srcOrd="0" destOrd="0" presId="urn:microsoft.com/office/officeart/2005/8/layout/hierarchy2"/>
    <dgm:cxn modelId="{C0CEA73E-7536-744F-82B3-4E5507B84FAC}" type="presParOf" srcId="{02E2C7FD-867B-CD47-A4E6-621B8C755B80}" destId="{80894F4A-379C-4944-B77E-844772257CCE}" srcOrd="1" destOrd="0" presId="urn:microsoft.com/office/officeart/2005/8/layout/hierarchy2"/>
    <dgm:cxn modelId="{A271EE74-F098-9D45-BB1F-4C3E867336A6}" type="presParOf" srcId="{80894F4A-379C-4944-B77E-844772257CCE}" destId="{B93DFA66-2547-4A4B-9AC3-7D98C77BBE77}" srcOrd="0" destOrd="0" presId="urn:microsoft.com/office/officeart/2005/8/layout/hierarchy2"/>
    <dgm:cxn modelId="{2FA87CA5-59C7-0D4B-A051-3E992557C4C4}" type="presParOf" srcId="{B93DFA66-2547-4A4B-9AC3-7D98C77BBE77}" destId="{11E7630D-EB8B-4B4E-8DC3-C456292883DC}" srcOrd="0" destOrd="0" presId="urn:microsoft.com/office/officeart/2005/8/layout/hierarchy2"/>
    <dgm:cxn modelId="{DE2AF29C-9370-804A-B6C8-42F628D51579}" type="presParOf" srcId="{80894F4A-379C-4944-B77E-844772257CCE}" destId="{6CD94CBE-97E9-014A-9BF2-8718EAE1B3C3}" srcOrd="1" destOrd="0" presId="urn:microsoft.com/office/officeart/2005/8/layout/hierarchy2"/>
    <dgm:cxn modelId="{EF8750B5-9461-3349-B4B3-EF9DC806AFD6}" type="presParOf" srcId="{6CD94CBE-97E9-014A-9BF2-8718EAE1B3C3}" destId="{E54BC77A-9278-B144-A48F-85CE339B7950}" srcOrd="0" destOrd="0" presId="urn:microsoft.com/office/officeart/2005/8/layout/hierarchy2"/>
    <dgm:cxn modelId="{C0A64EF0-97DE-3441-B240-5AB3ACA45EC8}" type="presParOf" srcId="{6CD94CBE-97E9-014A-9BF2-8718EAE1B3C3}" destId="{5B0121BE-E047-4A46-8C3D-7507FBB9B0AE}" srcOrd="1" destOrd="0" presId="urn:microsoft.com/office/officeart/2005/8/layout/hierarchy2"/>
    <dgm:cxn modelId="{BD2EF41E-076E-4D44-8601-2ADEE9DDB9D1}" type="presParOf" srcId="{9F296D27-46EC-AF43-BC90-4526D1727E5D}" destId="{0F8BD0D1-D8E6-B54D-BFF0-97B1E9FFB372}" srcOrd="2" destOrd="0" presId="urn:microsoft.com/office/officeart/2005/8/layout/hierarchy2"/>
    <dgm:cxn modelId="{322ED816-92E5-0B47-8C99-CF93459ACD07}" type="presParOf" srcId="{0F8BD0D1-D8E6-B54D-BFF0-97B1E9FFB372}" destId="{71AF9B15-E2A3-5E46-989F-18C634AB2463}" srcOrd="0" destOrd="0" presId="urn:microsoft.com/office/officeart/2005/8/layout/hierarchy2"/>
    <dgm:cxn modelId="{5E8DE745-CF98-FC4A-8AFA-0329A0F4FCED}" type="presParOf" srcId="{0F8BD0D1-D8E6-B54D-BFF0-97B1E9FFB372}" destId="{E0F8F79B-BC55-4246-8C97-73D400951655}" srcOrd="1" destOrd="0" presId="urn:microsoft.com/office/officeart/2005/8/layout/hierarchy2"/>
    <dgm:cxn modelId="{E9E3BF59-50E5-4540-8EB5-EAF8042E4584}" type="presParOf" srcId="{E0F8F79B-BC55-4246-8C97-73D400951655}" destId="{CA258402-5602-BC49-82A8-7E49E1D9B635}" srcOrd="0" destOrd="0" presId="urn:microsoft.com/office/officeart/2005/8/layout/hierarchy2"/>
    <dgm:cxn modelId="{48669103-27FB-FB44-91EE-0A6BD642F0B7}" type="presParOf" srcId="{CA258402-5602-BC49-82A8-7E49E1D9B635}" destId="{D3C56248-66A0-9D44-8449-2E90C0500B3D}" srcOrd="0" destOrd="0" presId="urn:microsoft.com/office/officeart/2005/8/layout/hierarchy2"/>
    <dgm:cxn modelId="{EA3D83ED-0B49-6048-A592-BD598AE10850}" type="presParOf" srcId="{E0F8F79B-BC55-4246-8C97-73D400951655}" destId="{A378C671-83E6-5D4F-8E90-E902D7459898}" srcOrd="1" destOrd="0" presId="urn:microsoft.com/office/officeart/2005/8/layout/hierarchy2"/>
    <dgm:cxn modelId="{8F607769-669C-CB47-9426-3481BEB144D9}" type="presParOf" srcId="{A378C671-83E6-5D4F-8E90-E902D7459898}" destId="{6B0FDE1B-D88D-C843-A9FE-758F2D1A62AC}" srcOrd="0" destOrd="0" presId="urn:microsoft.com/office/officeart/2005/8/layout/hierarchy2"/>
    <dgm:cxn modelId="{8A180175-6C7C-C244-AC36-8A3752AD2E86}" type="presParOf" srcId="{A378C671-83E6-5D4F-8E90-E902D7459898}" destId="{AD70C28A-3C8E-E64F-BDE9-5C820F1D018C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0F6760-C413-2A48-925F-A83AC936267C}">
      <dsp:nvSpPr>
        <dsp:cNvPr id="0" name=""/>
        <dsp:cNvSpPr/>
      </dsp:nvSpPr>
      <dsp:spPr>
        <a:xfrm>
          <a:off x="0" y="0"/>
          <a:ext cx="953189" cy="476594"/>
        </a:xfrm>
        <a:prstGeom prst="roundRect">
          <a:avLst>
            <a:gd name="adj" fmla="val 10000"/>
          </a:avLst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HAPs data</a:t>
          </a:r>
        </a:p>
      </dsp:txBody>
      <dsp:txXfrm>
        <a:off x="13959" y="13959"/>
        <a:ext cx="925271" cy="448676"/>
      </dsp:txXfrm>
    </dsp:sp>
    <dsp:sp modelId="{F1031B7C-3226-4845-841C-C4D1C7E3F889}">
      <dsp:nvSpPr>
        <dsp:cNvPr id="0" name=""/>
        <dsp:cNvSpPr/>
      </dsp:nvSpPr>
      <dsp:spPr>
        <a:xfrm>
          <a:off x="953189" y="230145"/>
          <a:ext cx="558250" cy="16303"/>
        </a:xfrm>
        <a:custGeom>
          <a:avLst/>
          <a:gdLst/>
          <a:ahLst/>
          <a:cxnLst/>
          <a:rect l="0" t="0" r="0" b="0"/>
          <a:pathLst>
            <a:path>
              <a:moveTo>
                <a:pt x="0" y="8151"/>
              </a:moveTo>
              <a:lnTo>
                <a:pt x="558250" y="815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218358" y="224341"/>
        <a:ext cx="27912" cy="27912"/>
      </dsp:txXfrm>
    </dsp:sp>
    <dsp:sp modelId="{C207FB42-4D71-1844-963D-7A1C21EF5300}">
      <dsp:nvSpPr>
        <dsp:cNvPr id="0" name=""/>
        <dsp:cNvSpPr/>
      </dsp:nvSpPr>
      <dsp:spPr>
        <a:xfrm>
          <a:off x="1511440" y="0"/>
          <a:ext cx="953189" cy="47659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Exploratory Analysis</a:t>
          </a:r>
        </a:p>
      </dsp:txBody>
      <dsp:txXfrm>
        <a:off x="1525399" y="13959"/>
        <a:ext cx="925271" cy="448676"/>
      </dsp:txXfrm>
    </dsp:sp>
    <dsp:sp modelId="{17892AC1-E768-0B40-8CD5-9C15A0951E7F}">
      <dsp:nvSpPr>
        <dsp:cNvPr id="0" name=""/>
        <dsp:cNvSpPr/>
      </dsp:nvSpPr>
      <dsp:spPr>
        <a:xfrm rot="6162661">
          <a:off x="2167072" y="468060"/>
          <a:ext cx="487784" cy="16303"/>
        </a:xfrm>
        <a:custGeom>
          <a:avLst/>
          <a:gdLst/>
          <a:ahLst/>
          <a:cxnLst/>
          <a:rect l="0" t="0" r="0" b="0"/>
          <a:pathLst>
            <a:path>
              <a:moveTo>
                <a:pt x="0" y="8151"/>
              </a:moveTo>
              <a:lnTo>
                <a:pt x="487784" y="815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2398770" y="464017"/>
        <a:ext cx="24389" cy="24389"/>
      </dsp:txXfrm>
    </dsp:sp>
    <dsp:sp modelId="{496D820D-071C-2F4B-B621-76188297CC04}">
      <dsp:nvSpPr>
        <dsp:cNvPr id="0" name=""/>
        <dsp:cNvSpPr/>
      </dsp:nvSpPr>
      <dsp:spPr>
        <a:xfrm>
          <a:off x="2357300" y="487980"/>
          <a:ext cx="953189" cy="45229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Select Chemicals</a:t>
          </a:r>
        </a:p>
      </dsp:txBody>
      <dsp:txXfrm>
        <a:off x="2370547" y="501227"/>
        <a:ext cx="926695" cy="425799"/>
      </dsp:txXfrm>
    </dsp:sp>
    <dsp:sp modelId="{5C77CC08-232E-3E48-9D2A-18946A75FDB5}">
      <dsp:nvSpPr>
        <dsp:cNvPr id="0" name=""/>
        <dsp:cNvSpPr/>
      </dsp:nvSpPr>
      <dsp:spPr>
        <a:xfrm rot="4388173">
          <a:off x="3237480" y="804396"/>
          <a:ext cx="205688" cy="16303"/>
        </a:xfrm>
        <a:custGeom>
          <a:avLst/>
          <a:gdLst/>
          <a:ahLst/>
          <a:cxnLst/>
          <a:rect l="0" t="0" r="0" b="0"/>
          <a:pathLst>
            <a:path>
              <a:moveTo>
                <a:pt x="0" y="8151"/>
              </a:moveTo>
              <a:lnTo>
                <a:pt x="205688" y="815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35182" y="807406"/>
        <a:ext cx="10284" cy="10284"/>
      </dsp:txXfrm>
    </dsp:sp>
    <dsp:sp modelId="{D9E215AC-69EA-F540-B719-B8658A1B82A2}">
      <dsp:nvSpPr>
        <dsp:cNvPr id="0" name=""/>
        <dsp:cNvSpPr/>
      </dsp:nvSpPr>
      <dsp:spPr>
        <a:xfrm>
          <a:off x="3370159" y="672673"/>
          <a:ext cx="953189" cy="47659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Preprocess</a:t>
          </a:r>
        </a:p>
      </dsp:txBody>
      <dsp:txXfrm>
        <a:off x="3384118" y="686632"/>
        <a:ext cx="925271" cy="448676"/>
      </dsp:txXfrm>
    </dsp:sp>
    <dsp:sp modelId="{7144E2D2-F959-8C4F-A9F5-4DF796121150}">
      <dsp:nvSpPr>
        <dsp:cNvPr id="0" name=""/>
        <dsp:cNvSpPr/>
      </dsp:nvSpPr>
      <dsp:spPr>
        <a:xfrm rot="5121017">
          <a:off x="4134038" y="1108149"/>
          <a:ext cx="412018" cy="16303"/>
        </a:xfrm>
        <a:custGeom>
          <a:avLst/>
          <a:gdLst/>
          <a:ahLst/>
          <a:cxnLst/>
          <a:rect l="0" t="0" r="0" b="0"/>
          <a:pathLst>
            <a:path>
              <a:moveTo>
                <a:pt x="0" y="8151"/>
              </a:moveTo>
              <a:lnTo>
                <a:pt x="412018" y="815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329747" y="1106001"/>
        <a:ext cx="20600" cy="20600"/>
      </dsp:txXfrm>
    </dsp:sp>
    <dsp:sp modelId="{AB396F83-F45B-2F4D-A904-EA41AB37352A}">
      <dsp:nvSpPr>
        <dsp:cNvPr id="0" name=""/>
        <dsp:cNvSpPr/>
      </dsp:nvSpPr>
      <dsp:spPr>
        <a:xfrm>
          <a:off x="4356748" y="1083335"/>
          <a:ext cx="953189" cy="47659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Daily Average</a:t>
          </a:r>
        </a:p>
      </dsp:txBody>
      <dsp:txXfrm>
        <a:off x="4370707" y="1097294"/>
        <a:ext cx="925271" cy="448676"/>
      </dsp:txXfrm>
    </dsp:sp>
    <dsp:sp modelId="{14F2C1DC-2A2D-7446-B356-371BCB3944D6}">
      <dsp:nvSpPr>
        <dsp:cNvPr id="0" name=""/>
        <dsp:cNvSpPr/>
      </dsp:nvSpPr>
      <dsp:spPr>
        <a:xfrm rot="6358207">
          <a:off x="4466193" y="1949632"/>
          <a:ext cx="1323377" cy="16303"/>
        </a:xfrm>
        <a:custGeom>
          <a:avLst/>
          <a:gdLst/>
          <a:ahLst/>
          <a:cxnLst/>
          <a:rect l="0" t="0" r="0" b="0"/>
          <a:pathLst>
            <a:path>
              <a:moveTo>
                <a:pt x="0" y="8151"/>
              </a:moveTo>
              <a:lnTo>
                <a:pt x="1323377" y="815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5094798" y="1924699"/>
        <a:ext cx="66168" cy="66168"/>
      </dsp:txXfrm>
    </dsp:sp>
    <dsp:sp modelId="{57C71C33-2E17-C746-BA51-DF13C906CAC9}">
      <dsp:nvSpPr>
        <dsp:cNvPr id="0" name=""/>
        <dsp:cNvSpPr/>
      </dsp:nvSpPr>
      <dsp:spPr>
        <a:xfrm>
          <a:off x="4945828" y="2355638"/>
          <a:ext cx="953189" cy="47659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Process @ HAPS</a:t>
          </a:r>
        </a:p>
      </dsp:txBody>
      <dsp:txXfrm>
        <a:off x="4959787" y="2369597"/>
        <a:ext cx="925271" cy="448676"/>
      </dsp:txXfrm>
    </dsp:sp>
    <dsp:sp modelId="{91877F3A-F0A7-1D43-845A-F8653FEBDB13}">
      <dsp:nvSpPr>
        <dsp:cNvPr id="0" name=""/>
        <dsp:cNvSpPr/>
      </dsp:nvSpPr>
      <dsp:spPr>
        <a:xfrm rot="650541">
          <a:off x="5308913" y="1324263"/>
          <a:ext cx="114646" cy="16303"/>
        </a:xfrm>
        <a:custGeom>
          <a:avLst/>
          <a:gdLst/>
          <a:ahLst/>
          <a:cxnLst/>
          <a:rect l="0" t="0" r="0" b="0"/>
          <a:pathLst>
            <a:path>
              <a:moveTo>
                <a:pt x="0" y="8151"/>
              </a:moveTo>
              <a:lnTo>
                <a:pt x="114646" y="815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363371" y="1329549"/>
        <a:ext cx="5732" cy="5732"/>
      </dsp:txXfrm>
    </dsp:sp>
    <dsp:sp modelId="{F4FF3CA5-7B19-0649-973E-EF0D6EA2B1EA}">
      <dsp:nvSpPr>
        <dsp:cNvPr id="0" name=""/>
        <dsp:cNvSpPr/>
      </dsp:nvSpPr>
      <dsp:spPr>
        <a:xfrm>
          <a:off x="5422537" y="1104901"/>
          <a:ext cx="953189" cy="47659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Amadeus Process</a:t>
          </a:r>
        </a:p>
      </dsp:txBody>
      <dsp:txXfrm>
        <a:off x="5436496" y="1118860"/>
        <a:ext cx="925271" cy="448676"/>
      </dsp:txXfrm>
    </dsp:sp>
    <dsp:sp modelId="{146899B6-3A93-8F4C-BE51-EE24C7057A81}">
      <dsp:nvSpPr>
        <dsp:cNvPr id="0" name=""/>
        <dsp:cNvSpPr/>
      </dsp:nvSpPr>
      <dsp:spPr>
        <a:xfrm rot="732017">
          <a:off x="6360967" y="1473152"/>
          <a:ext cx="1307011" cy="16303"/>
        </a:xfrm>
        <a:custGeom>
          <a:avLst/>
          <a:gdLst/>
          <a:ahLst/>
          <a:cxnLst/>
          <a:rect l="0" t="0" r="0" b="0"/>
          <a:pathLst>
            <a:path>
              <a:moveTo>
                <a:pt x="0" y="8151"/>
              </a:moveTo>
              <a:lnTo>
                <a:pt x="1307011" y="815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81797" y="1448628"/>
        <a:ext cx="65350" cy="65350"/>
      </dsp:txXfrm>
    </dsp:sp>
    <dsp:sp modelId="{3B1D4A94-7802-5F49-AF81-9831EEA4089D}">
      <dsp:nvSpPr>
        <dsp:cNvPr id="0" name=""/>
        <dsp:cNvSpPr/>
      </dsp:nvSpPr>
      <dsp:spPr>
        <a:xfrm>
          <a:off x="7653219" y="1381111"/>
          <a:ext cx="953189" cy="47659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Model CV</a:t>
          </a:r>
        </a:p>
      </dsp:txBody>
      <dsp:txXfrm>
        <a:off x="7667178" y="1395070"/>
        <a:ext cx="925271" cy="448676"/>
      </dsp:txXfrm>
    </dsp:sp>
    <dsp:sp modelId="{41EE5498-B731-8F49-BA82-ECC37ABCF394}">
      <dsp:nvSpPr>
        <dsp:cNvPr id="0" name=""/>
        <dsp:cNvSpPr/>
      </dsp:nvSpPr>
      <dsp:spPr>
        <a:xfrm rot="177127">
          <a:off x="8605917" y="1630323"/>
          <a:ext cx="740415" cy="16303"/>
        </a:xfrm>
        <a:custGeom>
          <a:avLst/>
          <a:gdLst/>
          <a:ahLst/>
          <a:cxnLst/>
          <a:rect l="0" t="0" r="0" b="0"/>
          <a:pathLst>
            <a:path>
              <a:moveTo>
                <a:pt x="0" y="8151"/>
              </a:moveTo>
              <a:lnTo>
                <a:pt x="740415" y="815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957614" y="1619964"/>
        <a:ext cx="37020" cy="37020"/>
      </dsp:txXfrm>
    </dsp:sp>
    <dsp:sp modelId="{BE886E28-EEAA-EA42-8228-5D156B213D34}">
      <dsp:nvSpPr>
        <dsp:cNvPr id="0" name=""/>
        <dsp:cNvSpPr/>
      </dsp:nvSpPr>
      <dsp:spPr>
        <a:xfrm>
          <a:off x="9345841" y="1419244"/>
          <a:ext cx="953189" cy="476594"/>
        </a:xfrm>
        <a:prstGeom prst="roundRect">
          <a:avLst>
            <a:gd name="adj" fmla="val 10000"/>
          </a:avLst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Validation metrics</a:t>
          </a:r>
        </a:p>
      </dsp:txBody>
      <dsp:txXfrm>
        <a:off x="9359800" y="1433203"/>
        <a:ext cx="925271" cy="448676"/>
      </dsp:txXfrm>
    </dsp:sp>
    <dsp:sp modelId="{2A6B65C1-A301-0B45-9DFF-71FCE2FECB7D}">
      <dsp:nvSpPr>
        <dsp:cNvPr id="0" name=""/>
        <dsp:cNvSpPr/>
      </dsp:nvSpPr>
      <dsp:spPr>
        <a:xfrm rot="2924736">
          <a:off x="6038424" y="2079563"/>
          <a:ext cx="1980653" cy="16303"/>
        </a:xfrm>
        <a:custGeom>
          <a:avLst/>
          <a:gdLst/>
          <a:ahLst/>
          <a:cxnLst/>
          <a:rect l="0" t="0" r="0" b="0"/>
          <a:pathLst>
            <a:path>
              <a:moveTo>
                <a:pt x="0" y="8151"/>
              </a:moveTo>
              <a:lnTo>
                <a:pt x="1980653" y="815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6979235" y="2038199"/>
        <a:ext cx="99032" cy="99032"/>
      </dsp:txXfrm>
    </dsp:sp>
    <dsp:sp modelId="{6C98E4A3-3645-FD45-92EF-F8A158D44905}">
      <dsp:nvSpPr>
        <dsp:cNvPr id="0" name=""/>
        <dsp:cNvSpPr/>
      </dsp:nvSpPr>
      <dsp:spPr>
        <a:xfrm>
          <a:off x="7681777" y="2593935"/>
          <a:ext cx="953189" cy="47659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Full model fit</a:t>
          </a:r>
        </a:p>
      </dsp:txBody>
      <dsp:txXfrm>
        <a:off x="7695736" y="2607894"/>
        <a:ext cx="925271" cy="448676"/>
      </dsp:txXfrm>
    </dsp:sp>
    <dsp:sp modelId="{D156C542-D466-2746-98E3-9930AF5D6871}">
      <dsp:nvSpPr>
        <dsp:cNvPr id="0" name=""/>
        <dsp:cNvSpPr/>
      </dsp:nvSpPr>
      <dsp:spPr>
        <a:xfrm>
          <a:off x="2293" y="2666649"/>
          <a:ext cx="953189" cy="476594"/>
        </a:xfrm>
        <a:prstGeom prst="roundRect">
          <a:avLst>
            <a:gd name="adj" fmla="val 10000"/>
          </a:avLst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Covariate data</a:t>
          </a:r>
        </a:p>
      </dsp:txBody>
      <dsp:txXfrm>
        <a:off x="16252" y="2680608"/>
        <a:ext cx="925271" cy="448676"/>
      </dsp:txXfrm>
    </dsp:sp>
    <dsp:sp modelId="{D18B9256-C82C-D842-8536-2EC0F824677E}">
      <dsp:nvSpPr>
        <dsp:cNvPr id="0" name=""/>
        <dsp:cNvSpPr/>
      </dsp:nvSpPr>
      <dsp:spPr>
        <a:xfrm rot="21333637">
          <a:off x="949455" y="2741289"/>
          <a:ext cx="4018004" cy="16303"/>
        </a:xfrm>
        <a:custGeom>
          <a:avLst/>
          <a:gdLst/>
          <a:ahLst/>
          <a:cxnLst/>
          <a:rect l="0" t="0" r="0" b="0"/>
          <a:pathLst>
            <a:path>
              <a:moveTo>
                <a:pt x="0" y="8151"/>
              </a:moveTo>
              <a:lnTo>
                <a:pt x="4018004" y="815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2858007" y="2648991"/>
        <a:ext cx="200900" cy="200900"/>
      </dsp:txXfrm>
    </dsp:sp>
    <dsp:sp modelId="{5AB2048B-6854-D745-B96F-EDB0FC90D33D}">
      <dsp:nvSpPr>
        <dsp:cNvPr id="0" name=""/>
        <dsp:cNvSpPr/>
      </dsp:nvSpPr>
      <dsp:spPr>
        <a:xfrm>
          <a:off x="4961432" y="2355638"/>
          <a:ext cx="953189" cy="47659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Process @HAPs</a:t>
          </a:r>
        </a:p>
      </dsp:txBody>
      <dsp:txXfrm>
        <a:off x="4975391" y="2369597"/>
        <a:ext cx="925271" cy="448676"/>
      </dsp:txXfrm>
    </dsp:sp>
    <dsp:sp modelId="{9B0F2642-B7CC-F44E-B424-D9196EBE42A7}">
      <dsp:nvSpPr>
        <dsp:cNvPr id="0" name=""/>
        <dsp:cNvSpPr/>
      </dsp:nvSpPr>
      <dsp:spPr>
        <a:xfrm>
          <a:off x="5914621" y="2585783"/>
          <a:ext cx="122827" cy="16303"/>
        </a:xfrm>
        <a:custGeom>
          <a:avLst/>
          <a:gdLst/>
          <a:ahLst/>
          <a:cxnLst/>
          <a:rect l="0" t="0" r="0" b="0"/>
          <a:pathLst>
            <a:path>
              <a:moveTo>
                <a:pt x="0" y="8151"/>
              </a:moveTo>
              <a:lnTo>
                <a:pt x="122827" y="815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972964" y="2590864"/>
        <a:ext cx="6141" cy="6141"/>
      </dsp:txXfrm>
    </dsp:sp>
    <dsp:sp modelId="{068CE460-D1F4-D442-8E26-E4E7B4621556}">
      <dsp:nvSpPr>
        <dsp:cNvPr id="0" name=""/>
        <dsp:cNvSpPr/>
      </dsp:nvSpPr>
      <dsp:spPr>
        <a:xfrm>
          <a:off x="6037449" y="2355638"/>
          <a:ext cx="953189" cy="47659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Calculate @HAPs</a:t>
          </a:r>
        </a:p>
      </dsp:txBody>
      <dsp:txXfrm>
        <a:off x="6051408" y="2369597"/>
        <a:ext cx="925271" cy="448676"/>
      </dsp:txXfrm>
    </dsp:sp>
    <dsp:sp modelId="{80CA9B38-EA4D-5F46-9754-9638AAC2378B}">
      <dsp:nvSpPr>
        <dsp:cNvPr id="0" name=""/>
        <dsp:cNvSpPr/>
      </dsp:nvSpPr>
      <dsp:spPr>
        <a:xfrm rot="18280603">
          <a:off x="6738957" y="2105621"/>
          <a:ext cx="1167743" cy="16303"/>
        </a:xfrm>
        <a:custGeom>
          <a:avLst/>
          <a:gdLst/>
          <a:ahLst/>
          <a:cxnLst/>
          <a:rect l="0" t="0" r="0" b="0"/>
          <a:pathLst>
            <a:path>
              <a:moveTo>
                <a:pt x="0" y="8151"/>
              </a:moveTo>
              <a:lnTo>
                <a:pt x="1167743" y="815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293636" y="2084580"/>
        <a:ext cx="58387" cy="58387"/>
      </dsp:txXfrm>
    </dsp:sp>
    <dsp:sp modelId="{B1BB551F-7A1C-0245-A6E6-905AA95450B2}">
      <dsp:nvSpPr>
        <dsp:cNvPr id="0" name=""/>
        <dsp:cNvSpPr/>
      </dsp:nvSpPr>
      <dsp:spPr>
        <a:xfrm>
          <a:off x="7655021" y="1395314"/>
          <a:ext cx="953189" cy="476594"/>
        </a:xfrm>
        <a:prstGeom prst="roundRect">
          <a:avLst>
            <a:gd name="adj" fmla="val 10000"/>
          </a:avLst>
        </a:prstGeom>
        <a:solidFill>
          <a:schemeClr val="accent4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Model CV</a:t>
          </a:r>
        </a:p>
      </dsp:txBody>
      <dsp:txXfrm>
        <a:off x="7668980" y="1409273"/>
        <a:ext cx="925271" cy="448676"/>
      </dsp:txXfrm>
    </dsp:sp>
    <dsp:sp modelId="{B9EFFAD9-65DA-F34B-8F67-3F2780101061}">
      <dsp:nvSpPr>
        <dsp:cNvPr id="0" name=""/>
        <dsp:cNvSpPr/>
      </dsp:nvSpPr>
      <dsp:spPr>
        <a:xfrm rot="1146364">
          <a:off x="6970586" y="2704932"/>
          <a:ext cx="728030" cy="16303"/>
        </a:xfrm>
        <a:custGeom>
          <a:avLst/>
          <a:gdLst/>
          <a:ahLst/>
          <a:cxnLst/>
          <a:rect l="0" t="0" r="0" b="0"/>
          <a:pathLst>
            <a:path>
              <a:moveTo>
                <a:pt x="0" y="8151"/>
              </a:moveTo>
              <a:lnTo>
                <a:pt x="728030" y="815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316400" y="2694883"/>
        <a:ext cx="36401" cy="36401"/>
      </dsp:txXfrm>
    </dsp:sp>
    <dsp:sp modelId="{C375F8D7-AF96-6743-9519-FC2AEDEDD76F}">
      <dsp:nvSpPr>
        <dsp:cNvPr id="0" name=""/>
        <dsp:cNvSpPr/>
      </dsp:nvSpPr>
      <dsp:spPr>
        <a:xfrm>
          <a:off x="7678564" y="2593935"/>
          <a:ext cx="953189" cy="476594"/>
        </a:xfrm>
        <a:prstGeom prst="roundRect">
          <a:avLst>
            <a:gd name="adj" fmla="val 10000"/>
          </a:avLst>
        </a:prstGeom>
        <a:solidFill>
          <a:schemeClr val="accent4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Full model fit</a:t>
          </a:r>
        </a:p>
      </dsp:txBody>
      <dsp:txXfrm>
        <a:off x="7692523" y="2607894"/>
        <a:ext cx="925271" cy="448676"/>
      </dsp:txXfrm>
    </dsp:sp>
    <dsp:sp modelId="{AB9378E3-CD3D-C04A-AF52-6458D7ECBDFB}">
      <dsp:nvSpPr>
        <dsp:cNvPr id="0" name=""/>
        <dsp:cNvSpPr/>
      </dsp:nvSpPr>
      <dsp:spPr>
        <a:xfrm rot="20492742">
          <a:off x="8612398" y="2704932"/>
          <a:ext cx="752799" cy="16303"/>
        </a:xfrm>
        <a:custGeom>
          <a:avLst/>
          <a:gdLst/>
          <a:ahLst/>
          <a:cxnLst/>
          <a:rect l="0" t="0" r="0" b="0"/>
          <a:pathLst>
            <a:path>
              <a:moveTo>
                <a:pt x="0" y="8151"/>
              </a:moveTo>
              <a:lnTo>
                <a:pt x="752799" y="815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969977" y="2694264"/>
        <a:ext cx="37639" cy="37639"/>
      </dsp:txXfrm>
    </dsp:sp>
    <dsp:sp modelId="{A409C43D-2A7B-C049-82D6-D8BC1E00F54D}">
      <dsp:nvSpPr>
        <dsp:cNvPr id="0" name=""/>
        <dsp:cNvSpPr/>
      </dsp:nvSpPr>
      <dsp:spPr>
        <a:xfrm>
          <a:off x="9345841" y="2355638"/>
          <a:ext cx="953189" cy="476594"/>
        </a:xfrm>
        <a:prstGeom prst="roundRect">
          <a:avLst>
            <a:gd name="adj" fmla="val 10000"/>
          </a:avLst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Parameter selection</a:t>
          </a:r>
        </a:p>
      </dsp:txBody>
      <dsp:txXfrm>
        <a:off x="9359800" y="2369597"/>
        <a:ext cx="925271" cy="448676"/>
      </dsp:txXfrm>
    </dsp:sp>
    <dsp:sp modelId="{FE33E396-C3DF-F54D-954C-CD9E5DB40AAB}">
      <dsp:nvSpPr>
        <dsp:cNvPr id="0" name=""/>
        <dsp:cNvSpPr/>
      </dsp:nvSpPr>
      <dsp:spPr>
        <a:xfrm rot="2993692">
          <a:off x="8434547" y="3248007"/>
          <a:ext cx="1108501" cy="16303"/>
        </a:xfrm>
        <a:custGeom>
          <a:avLst/>
          <a:gdLst/>
          <a:ahLst/>
          <a:cxnLst/>
          <a:rect l="0" t="0" r="0" b="0"/>
          <a:pathLst>
            <a:path>
              <a:moveTo>
                <a:pt x="0" y="8151"/>
              </a:moveTo>
              <a:lnTo>
                <a:pt x="1108501" y="815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961085" y="3228446"/>
        <a:ext cx="55425" cy="55425"/>
      </dsp:txXfrm>
    </dsp:sp>
    <dsp:sp modelId="{4C63C479-D568-444F-93B2-2E35449A6435}">
      <dsp:nvSpPr>
        <dsp:cNvPr id="0" name=""/>
        <dsp:cNvSpPr/>
      </dsp:nvSpPr>
      <dsp:spPr>
        <a:xfrm>
          <a:off x="9345841" y="3441787"/>
          <a:ext cx="953189" cy="47659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Predictions</a:t>
          </a:r>
        </a:p>
      </dsp:txBody>
      <dsp:txXfrm>
        <a:off x="9359800" y="3455746"/>
        <a:ext cx="925271" cy="448676"/>
      </dsp:txXfrm>
    </dsp:sp>
    <dsp:sp modelId="{58042359-64C3-6345-B668-B22675F101D0}">
      <dsp:nvSpPr>
        <dsp:cNvPr id="0" name=""/>
        <dsp:cNvSpPr/>
      </dsp:nvSpPr>
      <dsp:spPr>
        <a:xfrm rot="629477">
          <a:off x="921288" y="3269244"/>
          <a:ext cx="4090914" cy="16303"/>
        </a:xfrm>
        <a:custGeom>
          <a:avLst/>
          <a:gdLst/>
          <a:ahLst/>
          <a:cxnLst/>
          <a:rect l="0" t="0" r="0" b="0"/>
          <a:pathLst>
            <a:path>
              <a:moveTo>
                <a:pt x="0" y="8151"/>
              </a:moveTo>
              <a:lnTo>
                <a:pt x="4090914" y="815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2864472" y="3175123"/>
        <a:ext cx="204545" cy="204545"/>
      </dsp:txXfrm>
    </dsp:sp>
    <dsp:sp modelId="{F20F1C8D-5FB5-AF43-984C-7A313AA0FEF6}">
      <dsp:nvSpPr>
        <dsp:cNvPr id="0" name=""/>
        <dsp:cNvSpPr/>
      </dsp:nvSpPr>
      <dsp:spPr>
        <a:xfrm>
          <a:off x="4978008" y="3411547"/>
          <a:ext cx="953189" cy="47659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Process @Pred. grid</a:t>
          </a:r>
        </a:p>
      </dsp:txBody>
      <dsp:txXfrm>
        <a:off x="4991967" y="3425506"/>
        <a:ext cx="925271" cy="448676"/>
      </dsp:txXfrm>
    </dsp:sp>
    <dsp:sp modelId="{2639AEBB-3136-9C48-9EA5-EA71655B6D36}">
      <dsp:nvSpPr>
        <dsp:cNvPr id="0" name=""/>
        <dsp:cNvSpPr/>
      </dsp:nvSpPr>
      <dsp:spPr>
        <a:xfrm rot="21524187">
          <a:off x="5931184" y="3640556"/>
          <a:ext cx="103093" cy="16303"/>
        </a:xfrm>
        <a:custGeom>
          <a:avLst/>
          <a:gdLst/>
          <a:ahLst/>
          <a:cxnLst/>
          <a:rect l="0" t="0" r="0" b="0"/>
          <a:pathLst>
            <a:path>
              <a:moveTo>
                <a:pt x="0" y="8151"/>
              </a:moveTo>
              <a:lnTo>
                <a:pt x="103093" y="815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980154" y="3646131"/>
        <a:ext cx="5154" cy="5154"/>
      </dsp:txXfrm>
    </dsp:sp>
    <dsp:sp modelId="{EEA77F05-AFE3-1641-BED2-F0AFA5A7E0B6}">
      <dsp:nvSpPr>
        <dsp:cNvPr id="0" name=""/>
        <dsp:cNvSpPr/>
      </dsp:nvSpPr>
      <dsp:spPr>
        <a:xfrm>
          <a:off x="6034265" y="3409274"/>
          <a:ext cx="953189" cy="47659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Calculate @Pred. grid</a:t>
          </a:r>
        </a:p>
      </dsp:txBody>
      <dsp:txXfrm>
        <a:off x="6048224" y="3423233"/>
        <a:ext cx="925271" cy="448676"/>
      </dsp:txXfrm>
    </dsp:sp>
    <dsp:sp modelId="{B93DFA66-2547-4A4B-9AC3-7D98C77BBE77}">
      <dsp:nvSpPr>
        <dsp:cNvPr id="0" name=""/>
        <dsp:cNvSpPr/>
      </dsp:nvSpPr>
      <dsp:spPr>
        <a:xfrm rot="54142">
          <a:off x="6987308" y="3657992"/>
          <a:ext cx="2358679" cy="16303"/>
        </a:xfrm>
        <a:custGeom>
          <a:avLst/>
          <a:gdLst/>
          <a:ahLst/>
          <a:cxnLst/>
          <a:rect l="0" t="0" r="0" b="0"/>
          <a:pathLst>
            <a:path>
              <a:moveTo>
                <a:pt x="0" y="8151"/>
              </a:moveTo>
              <a:lnTo>
                <a:pt x="2358679" y="815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>
        <a:off x="8107681" y="3607177"/>
        <a:ext cx="117933" cy="117933"/>
      </dsp:txXfrm>
    </dsp:sp>
    <dsp:sp modelId="{E54BC77A-9278-B144-A48F-85CE339B7950}">
      <dsp:nvSpPr>
        <dsp:cNvPr id="0" name=""/>
        <dsp:cNvSpPr/>
      </dsp:nvSpPr>
      <dsp:spPr>
        <a:xfrm>
          <a:off x="9345841" y="3446420"/>
          <a:ext cx="953189" cy="476594"/>
        </a:xfrm>
        <a:prstGeom prst="roundRect">
          <a:avLst>
            <a:gd name="adj" fmla="val 10000"/>
          </a:avLst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Predictions</a:t>
          </a:r>
        </a:p>
      </dsp:txBody>
      <dsp:txXfrm>
        <a:off x="9359800" y="3460379"/>
        <a:ext cx="925271" cy="448676"/>
      </dsp:txXfrm>
    </dsp:sp>
    <dsp:sp modelId="{71AF9B15-E2A3-5E46-989F-18C634AB2463}">
      <dsp:nvSpPr>
        <dsp:cNvPr id="0" name=""/>
        <dsp:cNvSpPr/>
      </dsp:nvSpPr>
      <dsp:spPr>
        <a:xfrm>
          <a:off x="0" y="4293896"/>
          <a:ext cx="953189" cy="476594"/>
        </a:xfrm>
        <a:prstGeom prst="roundRect">
          <a:avLst>
            <a:gd name="adj" fmla="val 10000"/>
          </a:avLst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Prediction grid</a:t>
          </a:r>
        </a:p>
      </dsp:txBody>
      <dsp:txXfrm>
        <a:off x="13959" y="4307855"/>
        <a:ext cx="925271" cy="448676"/>
      </dsp:txXfrm>
    </dsp:sp>
    <dsp:sp modelId="{CA258402-5602-BC49-82A8-7E49E1D9B635}">
      <dsp:nvSpPr>
        <dsp:cNvPr id="0" name=""/>
        <dsp:cNvSpPr/>
      </dsp:nvSpPr>
      <dsp:spPr>
        <a:xfrm rot="20862634">
          <a:off x="906122" y="4086856"/>
          <a:ext cx="4107914" cy="16303"/>
        </a:xfrm>
        <a:custGeom>
          <a:avLst/>
          <a:gdLst/>
          <a:ahLst/>
          <a:cxnLst/>
          <a:rect l="0" t="0" r="0" b="0"/>
          <a:pathLst>
            <a:path>
              <a:moveTo>
                <a:pt x="0" y="8151"/>
              </a:moveTo>
              <a:lnTo>
                <a:pt x="4107914" y="815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2857381" y="3992310"/>
        <a:ext cx="205395" cy="205395"/>
      </dsp:txXfrm>
    </dsp:sp>
    <dsp:sp modelId="{6B0FDE1B-D88D-C843-A9FE-758F2D1A62AC}">
      <dsp:nvSpPr>
        <dsp:cNvPr id="0" name=""/>
        <dsp:cNvSpPr/>
      </dsp:nvSpPr>
      <dsp:spPr>
        <a:xfrm>
          <a:off x="4966970" y="3419526"/>
          <a:ext cx="953189" cy="47659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Process @Pred. grid</a:t>
          </a:r>
        </a:p>
      </dsp:txBody>
      <dsp:txXfrm>
        <a:off x="4980929" y="3433485"/>
        <a:ext cx="925271" cy="4486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ACACB-0B23-EFC0-C29B-92EE23EE44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19BC8D-3550-CD7D-2B96-A749FCE3F2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29A08B-7B6B-62AF-C692-1BD3050E9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564BB-EEDD-314A-B885-51E2C6729995}" type="datetimeFigureOut">
              <a:rPr lang="en-US" smtClean="0"/>
              <a:t>12/4/24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3A5836-464F-3061-9A32-408683960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CBD8EB-F4EC-AB89-5663-9D5D2E9A7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BE1D6-35EB-1F40-A94B-A9784BDED3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9785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C7C4C-5C95-3368-8E6F-D66192549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EEA883-F3B5-2AD8-A3DD-9DA13869A5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B0C2B9-11F8-36B7-4B15-C49010CA3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564BB-EEDD-314A-B885-51E2C6729995}" type="datetimeFigureOut">
              <a:rPr lang="en-US" smtClean="0"/>
              <a:t>12/4/24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E2DEAA-BCA2-3A7B-91A4-D7B32A2D7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F422D6-9DA3-65A3-9B71-C26A8625B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BE1D6-35EB-1F40-A94B-A9784BDED3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578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EF071-D272-C8CA-AC02-EA29CDA1B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86025A-FE91-3F69-57DB-CA4FBCD863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B6B7F-13E9-7900-148B-89D72D75C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564BB-EEDD-314A-B885-51E2C6729995}" type="datetimeFigureOut">
              <a:rPr lang="en-US" smtClean="0"/>
              <a:t>12/4/24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FBC3C4-7841-294D-2764-CDA465872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F56495-5FB1-D8EF-8F49-92E23CD95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BE1D6-35EB-1F40-A94B-A9784BDED3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896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0264C-0014-4897-66EB-5A5DD1DEB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97ECFF-8EA0-5B8B-7516-3AABB428B8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5D4627-3297-5A56-7B67-78FE07338C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CDF724-11F2-8FFC-74E5-13F3EE315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564BB-EEDD-314A-B885-51E2C6729995}" type="datetimeFigureOut">
              <a:rPr lang="en-US" smtClean="0"/>
              <a:t>12/4/24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C7CD4C-0671-BBD9-A3C9-2EDFE12E0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451043-C9BC-C982-ADF6-D2B4995F6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BE1D6-35EB-1F40-A94B-A9784BDED3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674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FDE11-550F-D6ED-20BF-79487FCFB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98E3D7-16BC-0476-BF24-CC84EFA936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5E77F3-0A5E-972E-359C-174AC355AD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49E9D2-AA8D-303B-4567-2BCB8C33D6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273B40-03C9-996B-9794-B7130F3A3C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2992E1-F7DB-D243-4AFC-8C90FE8CB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564BB-EEDD-314A-B885-51E2C6729995}" type="datetimeFigureOut">
              <a:rPr lang="en-US" smtClean="0"/>
              <a:t>12/4/24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E5AD7B-8C1D-912B-08B9-4101BD9B3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136AB0-B522-5B3C-7CF4-D9FE0BBE0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BE1D6-35EB-1F40-A94B-A9784BDED3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4909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A30DF-D82F-DFEB-17EC-3A13E2B47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AE8204-E38D-2A4E-A14E-20D323577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564BB-EEDD-314A-B885-51E2C6729995}" type="datetimeFigureOut">
              <a:rPr lang="en-US" smtClean="0"/>
              <a:t>12/4/24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48B56B-397F-2C85-5D39-AD879F088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15AA0B-C8E4-A2E6-8EBB-FCBECD669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BE1D6-35EB-1F40-A94B-A9784BDED3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536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DE0CF7-E6D9-CA4B-4EFC-A04FF1E0F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564BB-EEDD-314A-B885-51E2C6729995}" type="datetimeFigureOut">
              <a:rPr lang="en-US" smtClean="0"/>
              <a:t>12/4/24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D9CA33-678F-9EC9-8296-EDE4D2D01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79BEF2-BD1D-3765-8F18-EAD9ABB91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BE1D6-35EB-1F40-A94B-A9784BDED3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434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B9256-9582-C053-BE86-A73334B9D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DB0C11-9D8D-10D5-6CE3-C4EFFFD4D2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11FCFA-2318-64F9-54C1-307CC477A5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1992C9-2814-77DE-55BF-B483ED7CD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564BB-EEDD-314A-B885-51E2C6729995}" type="datetimeFigureOut">
              <a:rPr lang="en-US" smtClean="0"/>
              <a:t>12/4/24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ED7DCA-5375-DED3-403B-6A78F4E0B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55EA28-5F97-0BA0-90A7-983309687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BE1D6-35EB-1F40-A94B-A9784BDED3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881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4DDE4-621B-DCAD-A2D7-F0B3AAD61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5FDCA1-69CC-E4A3-4238-2959D1400B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A834F2-0705-5603-0C15-ECC845E0EA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ECCDB5-C478-9942-4FB8-F9BC9E1AD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564BB-EEDD-314A-B885-51E2C6729995}" type="datetimeFigureOut">
              <a:rPr lang="en-US" smtClean="0"/>
              <a:t>12/4/24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F51A7C-AA74-2EC0-D5B2-65117E9A2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79B446-9867-B5CE-4BDA-3B2DC4186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BE1D6-35EB-1F40-A94B-A9784BDED3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0765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C569A-2389-0C44-4798-43F463F27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609991-E4A3-8739-664C-DF02711EC2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28574A-362B-6240-02C6-3135A3CB1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564BB-EEDD-314A-B885-51E2C6729995}" type="datetimeFigureOut">
              <a:rPr lang="en-US" smtClean="0"/>
              <a:t>12/4/24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8BA92D-C416-CA83-2D6F-9E47403AA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E6DC4-5DF2-93F7-63D4-985E7993A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BE1D6-35EB-1F40-A94B-A9784BDED3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81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EA3BC9-56F2-A123-9767-1DFB6999D9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EF62ED-89BC-E6EE-7322-C414F7194E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4280EB-192B-3443-DFD6-85346F747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564BB-EEDD-314A-B885-51E2C6729995}" type="datetimeFigureOut">
              <a:rPr lang="en-US" smtClean="0"/>
              <a:t>12/4/24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A35D70-D615-97A1-FAAA-6C3703225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59D1CA-444B-4CFF-F5AE-4F077898E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BE1D6-35EB-1F40-A94B-A9784BDED3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107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E62CA6-8B4D-1B73-4412-741E00332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F7511D-5F58-7E6B-E549-D98D1127B2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E7B40-58EF-A526-921E-05851D542B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8564BB-EEDD-314A-B885-51E2C6729995}" type="datetimeFigureOut">
              <a:rPr lang="en-US" smtClean="0"/>
              <a:t>12/4/24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EEFC6E-70EC-7A17-A718-1A350D2DDB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7B570C-D5D5-59C6-EC8A-BC914D88EE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BBE1D6-35EB-1F40-A94B-A9784BDED3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296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4BCD06D-940B-6502-A57D-8C941C32D18D}"/>
              </a:ext>
            </a:extLst>
          </p:cNvPr>
          <p:cNvSpPr/>
          <p:nvPr/>
        </p:nvSpPr>
        <p:spPr>
          <a:xfrm>
            <a:off x="609600" y="320842"/>
            <a:ext cx="1331495" cy="6055894"/>
          </a:xfrm>
          <a:prstGeom prst="roundRect">
            <a:avLst/>
          </a:prstGeom>
          <a:solidFill>
            <a:schemeClr val="accent6">
              <a:alpha val="25733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046A41B-1242-C371-7BDB-F3461A008303}"/>
              </a:ext>
            </a:extLst>
          </p:cNvPr>
          <p:cNvSpPr/>
          <p:nvPr/>
        </p:nvSpPr>
        <p:spPr>
          <a:xfrm>
            <a:off x="2181725" y="320842"/>
            <a:ext cx="5855370" cy="6055894"/>
          </a:xfrm>
          <a:prstGeom prst="roundRect">
            <a:avLst/>
          </a:prstGeom>
          <a:solidFill>
            <a:schemeClr val="accent1">
              <a:alpha val="25733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5A41A75-6126-D22E-45A5-A5D8378B5F9B}"/>
              </a:ext>
            </a:extLst>
          </p:cNvPr>
          <p:cNvSpPr/>
          <p:nvPr/>
        </p:nvSpPr>
        <p:spPr>
          <a:xfrm>
            <a:off x="8197516" y="364321"/>
            <a:ext cx="1524000" cy="6012415"/>
          </a:xfrm>
          <a:prstGeom prst="roundRect">
            <a:avLst/>
          </a:prstGeom>
          <a:solidFill>
            <a:schemeClr val="accent4">
              <a:alpha val="25733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E3BF3D0-CCBC-115E-D133-4A1015C2C949}"/>
              </a:ext>
            </a:extLst>
          </p:cNvPr>
          <p:cNvSpPr/>
          <p:nvPr/>
        </p:nvSpPr>
        <p:spPr>
          <a:xfrm>
            <a:off x="9881937" y="364321"/>
            <a:ext cx="1524000" cy="6012415"/>
          </a:xfrm>
          <a:prstGeom prst="roundRect">
            <a:avLst/>
          </a:prstGeom>
          <a:solidFill>
            <a:schemeClr val="accent2">
              <a:alpha val="25733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B3C691DB-97CB-052F-56A0-E4BB3646C3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8592304"/>
              </p:ext>
            </p:extLst>
          </p:nvPr>
        </p:nvGraphicFramePr>
        <p:xfrm>
          <a:off x="786063" y="1411706"/>
          <a:ext cx="10299031" cy="52618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ABD0B630-B80D-A969-6BB4-ABA38AA76E1D}"/>
              </a:ext>
            </a:extLst>
          </p:cNvPr>
          <p:cNvSpPr txBox="1"/>
          <p:nvPr/>
        </p:nvSpPr>
        <p:spPr>
          <a:xfrm>
            <a:off x="425115" y="368967"/>
            <a:ext cx="17004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Input/</a:t>
            </a:r>
          </a:p>
          <a:p>
            <a:pPr algn="ctr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Downloads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7B2F2A-E4B8-4CCD-0C6A-405714D72D31}"/>
              </a:ext>
            </a:extLst>
          </p:cNvPr>
          <p:cNvSpPr txBox="1"/>
          <p:nvPr/>
        </p:nvSpPr>
        <p:spPr>
          <a:xfrm>
            <a:off x="4259178" y="481264"/>
            <a:ext cx="17004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Data Processing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9B3423-8FC3-C7D1-6AA1-800C9389B5FD}"/>
              </a:ext>
            </a:extLst>
          </p:cNvPr>
          <p:cNvSpPr txBox="1"/>
          <p:nvPr/>
        </p:nvSpPr>
        <p:spPr>
          <a:xfrm>
            <a:off x="8109284" y="507466"/>
            <a:ext cx="17004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Modeling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A8DDF6-BBD1-C0E4-6FEB-F50D6A20E98F}"/>
              </a:ext>
            </a:extLst>
          </p:cNvPr>
          <p:cNvSpPr txBox="1"/>
          <p:nvPr/>
        </p:nvSpPr>
        <p:spPr>
          <a:xfrm>
            <a:off x="9793705" y="483405"/>
            <a:ext cx="17004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1196300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62</Words>
  <Application>Microsoft Macintosh PowerPoint</Application>
  <PresentationFormat>Widescreen</PresentationFormat>
  <Paragraphs>27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Kassien, Mariana (NIH/NIEHS) [F]</dc:creator>
  <cp:lastModifiedBy>Kassien, Mariana (NIH/NIEHS) [F]</cp:lastModifiedBy>
  <cp:revision>1</cp:revision>
  <dcterms:created xsi:type="dcterms:W3CDTF">2024-12-04T17:10:21Z</dcterms:created>
  <dcterms:modified xsi:type="dcterms:W3CDTF">2024-12-04T17:45:53Z</dcterms:modified>
</cp:coreProperties>
</file>
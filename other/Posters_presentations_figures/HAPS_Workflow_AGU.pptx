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8016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7DAC9"/>
    <a:srgbClr val="FCECC6"/>
    <a:srgbClr val="D8E7CE"/>
    <a:srgbClr val="70AD47"/>
    <a:srgbClr val="CCD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7"/>
    <p:restoredTop sz="96143"/>
  </p:normalViewPr>
  <p:slideViewPr>
    <p:cSldViewPr snapToGrid="0">
      <p:cViewPr>
        <p:scale>
          <a:sx n="77" d="100"/>
          <a:sy n="77" d="100"/>
        </p:scale>
        <p:origin x="800" y="-312"/>
      </p:cViewPr>
      <p:guideLst>
        <p:guide orient="horz" pos="4032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095078"/>
            <a:ext cx="10881360" cy="4456853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6723804"/>
            <a:ext cx="9601200" cy="3090756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18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3191514"/>
            <a:ext cx="11041380" cy="5325109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8567000"/>
            <a:ext cx="11041380" cy="2800349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2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3407833"/>
            <a:ext cx="544068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3407833"/>
            <a:ext cx="544068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7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681570"/>
            <a:ext cx="1104138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3138171"/>
            <a:ext cx="5415676" cy="153796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4676140"/>
            <a:ext cx="5415676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3138171"/>
            <a:ext cx="5442347" cy="153796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4676140"/>
            <a:ext cx="544234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9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2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53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853440"/>
            <a:ext cx="4128849" cy="298704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843196"/>
            <a:ext cx="6480810" cy="9097433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840480"/>
            <a:ext cx="4128849" cy="7114964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5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853440"/>
            <a:ext cx="4128849" cy="298704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843196"/>
            <a:ext cx="6480810" cy="9097433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840480"/>
            <a:ext cx="4128849" cy="7114964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4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4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681567"/>
            <a:ext cx="2760345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681567"/>
            <a:ext cx="8121015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681570"/>
            <a:ext cx="1104138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3407833"/>
            <a:ext cx="1104138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1865189"/>
            <a:ext cx="28803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1865189"/>
            <a:ext cx="43205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1865189"/>
            <a:ext cx="28803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0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BE8FF79-4C76-1C21-CF4F-0960384212F3}"/>
              </a:ext>
            </a:extLst>
          </p:cNvPr>
          <p:cNvGrpSpPr/>
          <p:nvPr/>
        </p:nvGrpSpPr>
        <p:grpSpPr>
          <a:xfrm>
            <a:off x="767072" y="2148991"/>
            <a:ext cx="11068971" cy="7448589"/>
            <a:chOff x="767072" y="2148991"/>
            <a:chExt cx="11068971" cy="7448589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44A71007-3A91-2BEC-6E36-299005335055}"/>
                </a:ext>
              </a:extLst>
            </p:cNvPr>
            <p:cNvGrpSpPr/>
            <p:nvPr/>
          </p:nvGrpSpPr>
          <p:grpSpPr>
            <a:xfrm>
              <a:off x="767072" y="2148991"/>
              <a:ext cx="11068971" cy="7448589"/>
              <a:chOff x="406448" y="-1056622"/>
              <a:chExt cx="11068971" cy="7448589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4BCD06D-940B-6502-A57D-8C941C32D18D}"/>
                  </a:ext>
                </a:extLst>
              </p:cNvPr>
              <p:cNvSpPr/>
              <p:nvPr/>
            </p:nvSpPr>
            <p:spPr>
              <a:xfrm>
                <a:off x="609600" y="127166"/>
                <a:ext cx="1331495" cy="6249570"/>
              </a:xfrm>
              <a:prstGeom prst="roundRect">
                <a:avLst/>
              </a:prstGeom>
              <a:solidFill>
                <a:srgbClr val="CCD8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046A41B-1242-C371-7BDB-F3461A008303}"/>
                  </a:ext>
                </a:extLst>
              </p:cNvPr>
              <p:cNvSpPr/>
              <p:nvPr/>
            </p:nvSpPr>
            <p:spPr>
              <a:xfrm>
                <a:off x="2027113" y="127166"/>
                <a:ext cx="6053106" cy="6264801"/>
              </a:xfrm>
              <a:prstGeom prst="roundRect">
                <a:avLst>
                  <a:gd name="adj" fmla="val 4776"/>
                </a:avLst>
              </a:prstGeom>
              <a:solidFill>
                <a:srgbClr val="D8E7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5A41A75-6126-D22E-45A5-A5D8378B5F9B}"/>
                  </a:ext>
                </a:extLst>
              </p:cNvPr>
              <p:cNvSpPr/>
              <p:nvPr/>
            </p:nvSpPr>
            <p:spPr>
              <a:xfrm>
                <a:off x="8200014" y="127166"/>
                <a:ext cx="1638798" cy="6249570"/>
              </a:xfrm>
              <a:prstGeom prst="roundRect">
                <a:avLst/>
              </a:prstGeom>
              <a:solidFill>
                <a:srgbClr val="FCEC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6E3BF3D0-CCBC-115E-D133-4A1015C2C949}"/>
                  </a:ext>
                </a:extLst>
              </p:cNvPr>
              <p:cNvSpPr/>
              <p:nvPr/>
            </p:nvSpPr>
            <p:spPr>
              <a:xfrm>
                <a:off x="9920983" y="111935"/>
                <a:ext cx="1554436" cy="6264801"/>
              </a:xfrm>
              <a:prstGeom prst="roundRect">
                <a:avLst/>
              </a:prstGeom>
              <a:solidFill>
                <a:srgbClr val="F7DAC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9B3423-8FC3-C7D1-6AA1-800C9389B5FD}"/>
                  </a:ext>
                </a:extLst>
              </p:cNvPr>
              <p:cNvSpPr txBox="1"/>
              <p:nvPr/>
            </p:nvSpPr>
            <p:spPr>
              <a:xfrm>
                <a:off x="8177965" y="267172"/>
                <a:ext cx="1700463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chemeClr val="accent4">
                        <a:lumMod val="75000"/>
                      </a:schemeClr>
                    </a:solidFill>
                  </a:rPr>
                  <a:t>Modeling</a:t>
                </a: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927B90B6-DD44-9E22-14E0-F8757762EBBA}"/>
                  </a:ext>
                </a:extLst>
              </p:cNvPr>
              <p:cNvSpPr/>
              <p:nvPr/>
            </p:nvSpPr>
            <p:spPr>
              <a:xfrm>
                <a:off x="3265801" y="2206896"/>
                <a:ext cx="1614475" cy="111246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639194B-BC74-87A0-183D-990A587CED4D}"/>
                  </a:ext>
                </a:extLst>
              </p:cNvPr>
              <p:cNvGrpSpPr/>
              <p:nvPr/>
            </p:nvGrpSpPr>
            <p:grpSpPr>
              <a:xfrm>
                <a:off x="780086" y="876798"/>
                <a:ext cx="10340443" cy="5305398"/>
                <a:chOff x="780086" y="876798"/>
                <a:chExt cx="10340443" cy="5305398"/>
              </a:xfrm>
            </p:grpSpPr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C4F1C585-E13B-8176-0A01-5749FF32CFC3}"/>
                    </a:ext>
                  </a:extLst>
                </p:cNvPr>
                <p:cNvSpPr/>
                <p:nvPr/>
              </p:nvSpPr>
              <p:spPr>
                <a:xfrm>
                  <a:off x="2327480" y="876798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Exploratory Analysis</a:t>
                  </a: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383D33E6-8A20-A84F-BEAB-3074B668AB49}"/>
                    </a:ext>
                  </a:extLst>
                </p:cNvPr>
                <p:cNvSpPr/>
                <p:nvPr/>
              </p:nvSpPr>
              <p:spPr>
                <a:xfrm>
                  <a:off x="2949309" y="1386294"/>
                  <a:ext cx="953189" cy="452293"/>
                </a:xfrm>
                <a:custGeom>
                  <a:avLst/>
                  <a:gdLst>
                    <a:gd name="connsiteX0" fmla="*/ 0 w 953189"/>
                    <a:gd name="connsiteY0" fmla="*/ 45229 h 452293"/>
                    <a:gd name="connsiteX1" fmla="*/ 45229 w 953189"/>
                    <a:gd name="connsiteY1" fmla="*/ 0 h 452293"/>
                    <a:gd name="connsiteX2" fmla="*/ 907960 w 953189"/>
                    <a:gd name="connsiteY2" fmla="*/ 0 h 452293"/>
                    <a:gd name="connsiteX3" fmla="*/ 953189 w 953189"/>
                    <a:gd name="connsiteY3" fmla="*/ 45229 h 452293"/>
                    <a:gd name="connsiteX4" fmla="*/ 953189 w 953189"/>
                    <a:gd name="connsiteY4" fmla="*/ 407064 h 452293"/>
                    <a:gd name="connsiteX5" fmla="*/ 907960 w 953189"/>
                    <a:gd name="connsiteY5" fmla="*/ 452293 h 452293"/>
                    <a:gd name="connsiteX6" fmla="*/ 45229 w 953189"/>
                    <a:gd name="connsiteY6" fmla="*/ 452293 h 452293"/>
                    <a:gd name="connsiteX7" fmla="*/ 0 w 953189"/>
                    <a:gd name="connsiteY7" fmla="*/ 407064 h 452293"/>
                    <a:gd name="connsiteX8" fmla="*/ 0 w 953189"/>
                    <a:gd name="connsiteY8" fmla="*/ 45229 h 452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52293">
                      <a:moveTo>
                        <a:pt x="0" y="45229"/>
                      </a:moveTo>
                      <a:cubicBezTo>
                        <a:pt x="0" y="20250"/>
                        <a:pt x="20250" y="0"/>
                        <a:pt x="45229" y="0"/>
                      </a:cubicBezTo>
                      <a:lnTo>
                        <a:pt x="907960" y="0"/>
                      </a:lnTo>
                      <a:cubicBezTo>
                        <a:pt x="932939" y="0"/>
                        <a:pt x="953189" y="20250"/>
                        <a:pt x="953189" y="45229"/>
                      </a:cubicBezTo>
                      <a:lnTo>
                        <a:pt x="953189" y="407064"/>
                      </a:lnTo>
                      <a:cubicBezTo>
                        <a:pt x="953189" y="432043"/>
                        <a:pt x="932939" y="452293"/>
                        <a:pt x="907960" y="452293"/>
                      </a:cubicBezTo>
                      <a:lnTo>
                        <a:pt x="45229" y="452293"/>
                      </a:lnTo>
                      <a:cubicBezTo>
                        <a:pt x="20250" y="452293"/>
                        <a:pt x="0" y="432043"/>
                        <a:pt x="0" y="407064"/>
                      </a:cubicBezTo>
                      <a:lnTo>
                        <a:pt x="0" y="452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1502" tIns="21502" rIns="21502" bIns="21502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Select Chemicals</a:t>
                  </a: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2EA450D5-309B-37D3-4D41-643668E73DE5}"/>
                    </a:ext>
                  </a:extLst>
                </p:cNvPr>
                <p:cNvSpPr/>
                <p:nvPr/>
              </p:nvSpPr>
              <p:spPr>
                <a:xfrm>
                  <a:off x="5000072" y="2387546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Daily Averages</a:t>
                  </a:r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8D083FDC-1F1A-EB17-9A08-C446E954DDA9}"/>
                    </a:ext>
                  </a:extLst>
                </p:cNvPr>
                <p:cNvSpPr/>
                <p:nvPr/>
              </p:nvSpPr>
              <p:spPr>
                <a:xfrm>
                  <a:off x="10151448" y="178342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Validation metrics</a:t>
                  </a:r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9BC6D275-FC59-ACFE-9822-70770CF4344E}"/>
                    </a:ext>
                  </a:extLst>
                </p:cNvPr>
                <p:cNvSpPr/>
                <p:nvPr/>
              </p:nvSpPr>
              <p:spPr>
                <a:xfrm>
                  <a:off x="819937" y="373691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Covariate data</a:t>
                  </a:r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6108FC26-1376-3445-D72D-460B6D225835}"/>
                    </a:ext>
                  </a:extLst>
                </p:cNvPr>
                <p:cNvSpPr/>
                <p:nvPr/>
              </p:nvSpPr>
              <p:spPr>
                <a:xfrm>
                  <a:off x="5602244" y="3654564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Process @HAPs</a:t>
                  </a:r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A03B6054-9D2C-7D9C-403C-408F4FC54EDE}"/>
                    </a:ext>
                  </a:extLst>
                </p:cNvPr>
                <p:cNvSpPr/>
                <p:nvPr/>
              </p:nvSpPr>
              <p:spPr>
                <a:xfrm>
                  <a:off x="6819858" y="3654658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Calculate @HAPs</a:t>
                  </a:r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445BCA41-1479-EEDB-90F1-9A96DDFBFF31}"/>
                    </a:ext>
                  </a:extLst>
                </p:cNvPr>
                <p:cNvSpPr/>
                <p:nvPr/>
              </p:nvSpPr>
              <p:spPr>
                <a:xfrm>
                  <a:off x="8465479" y="2478879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Model cross-validation</a:t>
                  </a:r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F0C81913-5D91-6CAF-F60E-D45DA0E05E66}"/>
                    </a:ext>
                  </a:extLst>
                </p:cNvPr>
                <p:cNvSpPr/>
                <p:nvPr/>
              </p:nvSpPr>
              <p:spPr>
                <a:xfrm>
                  <a:off x="8487874" y="3993861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Full model fit</a:t>
                  </a:r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09B9DF2F-0C1D-97F7-8F62-AAF3E76A8216}"/>
                    </a:ext>
                  </a:extLst>
                </p:cNvPr>
                <p:cNvSpPr/>
                <p:nvPr/>
              </p:nvSpPr>
              <p:spPr>
                <a:xfrm>
                  <a:off x="10167341" y="3190703"/>
                  <a:ext cx="953188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200" dirty="0"/>
                    <a:t>Parameter interpretation</a:t>
                  </a:r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21B3E1E3-96CB-DD12-94C1-54C4A47141A1}"/>
                    </a:ext>
                  </a:extLst>
                </p:cNvPr>
                <p:cNvSpPr/>
                <p:nvPr/>
              </p:nvSpPr>
              <p:spPr>
                <a:xfrm>
                  <a:off x="5609929" y="477735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Process @Pred. grid</a:t>
                  </a:r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A1CC7869-7469-58A3-8292-C172634F1413}"/>
                    </a:ext>
                  </a:extLst>
                </p:cNvPr>
                <p:cNvSpPr/>
                <p:nvPr/>
              </p:nvSpPr>
              <p:spPr>
                <a:xfrm>
                  <a:off x="6855972" y="4777400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Calculate @Pred. grid</a:t>
                  </a:r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383B5A1F-7DCF-8A24-AD62-9BAB7E1B255D}"/>
                    </a:ext>
                  </a:extLst>
                </p:cNvPr>
                <p:cNvSpPr/>
                <p:nvPr/>
              </p:nvSpPr>
              <p:spPr>
                <a:xfrm>
                  <a:off x="10167339" y="459798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Predictions</a:t>
                  </a:r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52EEC20C-97D1-4641-6A18-B1228CEC4A2F}"/>
                    </a:ext>
                  </a:extLst>
                </p:cNvPr>
                <p:cNvSpPr/>
                <p:nvPr/>
              </p:nvSpPr>
              <p:spPr>
                <a:xfrm>
                  <a:off x="786063" y="5705602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Prediction grid</a:t>
                  </a:r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D7C11A48-367E-DBEE-8A15-4F58BEDE5410}"/>
                    </a:ext>
                  </a:extLst>
                </p:cNvPr>
                <p:cNvSpPr/>
                <p:nvPr/>
              </p:nvSpPr>
              <p:spPr>
                <a:xfrm>
                  <a:off x="780086" y="1350240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HAPs data</a:t>
                  </a: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1BB8D47E-0EED-26CF-6FC2-A8891EF74551}"/>
                    </a:ext>
                  </a:extLst>
                </p:cNvPr>
                <p:cNvSpPr/>
                <p:nvPr/>
              </p:nvSpPr>
              <p:spPr>
                <a:xfrm>
                  <a:off x="3630805" y="187305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214" tIns="22214" rIns="22214" bIns="22214" numCol="1" spcCol="1270" anchor="ctr" anchorCtr="0">
                  <a:noAutofit/>
                </a:bodyPr>
                <a:lstStyle/>
                <a:p>
                  <a:pPr algn="ctr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300" dirty="0"/>
                    <a:t>Preprocess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D0B630-B80D-A969-6BB4-ABA38AA76E1D}"/>
                  </a:ext>
                </a:extLst>
              </p:cNvPr>
              <p:cNvSpPr txBox="1"/>
              <p:nvPr/>
            </p:nvSpPr>
            <p:spPr>
              <a:xfrm>
                <a:off x="406448" y="245828"/>
                <a:ext cx="1700463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Input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7B2F2A-E4B8-4CCD-0C6A-405714D72D31}"/>
                  </a:ext>
                </a:extLst>
              </p:cNvPr>
              <p:cNvSpPr txBox="1"/>
              <p:nvPr/>
            </p:nvSpPr>
            <p:spPr>
              <a:xfrm>
                <a:off x="3769527" y="237469"/>
                <a:ext cx="252160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chemeClr val="accent6">
                        <a:lumMod val="75000"/>
                      </a:schemeClr>
                    </a:solidFill>
                  </a:rPr>
                  <a:t>Data Processing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A8DDF6-BBD1-C0E4-6FEB-F50D6A20E98F}"/>
                  </a:ext>
                </a:extLst>
              </p:cNvPr>
              <p:cNvSpPr txBox="1"/>
              <p:nvPr/>
            </p:nvSpPr>
            <p:spPr>
              <a:xfrm>
                <a:off x="9765799" y="249760"/>
                <a:ext cx="1700463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chemeClr val="accent2">
                        <a:lumMod val="75000"/>
                      </a:schemeClr>
                    </a:solidFill>
                  </a:rPr>
                  <a:t>Results</a:t>
                </a:r>
              </a:p>
            </p:txBody>
          </p:sp>
          <p:cxnSp>
            <p:nvCxnSpPr>
              <p:cNvPr id="57" name="Curved Connector 56">
                <a:extLst>
                  <a:ext uri="{FF2B5EF4-FFF2-40B4-BE49-F238E27FC236}">
                    <a16:creationId xmlns:a16="http://schemas.microsoft.com/office/drawing/2014/main" id="{6F0847BC-F638-D22B-1386-8DBB777972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9721" y="1111261"/>
                <a:ext cx="617761" cy="495648"/>
              </a:xfrm>
              <a:prstGeom prst="bentConnector3">
                <a:avLst>
                  <a:gd name="adj1" fmla="val 7846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Curved Connector 62">
                <a:extLst>
                  <a:ext uri="{FF2B5EF4-FFF2-40B4-BE49-F238E27FC236}">
                    <a16:creationId xmlns:a16="http://schemas.microsoft.com/office/drawing/2014/main" id="{65620D74-7EFE-100E-D6BA-16EA5A1EB47D}"/>
                  </a:ext>
                </a:extLst>
              </p:cNvPr>
              <p:cNvCxnSpPr/>
              <p:nvPr/>
            </p:nvCxnSpPr>
            <p:spPr>
              <a:xfrm rot="16200000" flipH="1">
                <a:off x="2738324" y="1401456"/>
                <a:ext cx="259048" cy="162919"/>
              </a:xfrm>
              <a:prstGeom prst="bentConnector3">
                <a:avLst>
                  <a:gd name="adj1" fmla="val 999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Curved Connector 88">
                <a:extLst>
                  <a:ext uri="{FF2B5EF4-FFF2-40B4-BE49-F238E27FC236}">
                    <a16:creationId xmlns:a16="http://schemas.microsoft.com/office/drawing/2014/main" id="{A044F5A6-1414-2733-448B-BF00598B145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386826" y="2958124"/>
                <a:ext cx="803156" cy="615190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Curved Connector 92">
                <a:extLst>
                  <a:ext uri="{FF2B5EF4-FFF2-40B4-BE49-F238E27FC236}">
                    <a16:creationId xmlns:a16="http://schemas.microsoft.com/office/drawing/2014/main" id="{E751036F-909D-FA5D-87C4-A33C0D3D78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3531" y="3839792"/>
                <a:ext cx="38279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Curved Connector 94">
                <a:extLst>
                  <a:ext uri="{FF2B5EF4-FFF2-40B4-BE49-F238E27FC236}">
                    <a16:creationId xmlns:a16="http://schemas.microsoft.com/office/drawing/2014/main" id="{509EB784-0D20-5257-42A2-C218CE85E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2548" y="4139914"/>
                <a:ext cx="3827905" cy="734034"/>
              </a:xfrm>
              <a:prstGeom prst="bentConnector3">
                <a:avLst>
                  <a:gd name="adj1" fmla="val 90986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Curved Connector 104">
                <a:extLst>
                  <a:ext uri="{FF2B5EF4-FFF2-40B4-BE49-F238E27FC236}">
                    <a16:creationId xmlns:a16="http://schemas.microsoft.com/office/drawing/2014/main" id="{0F4163B1-77A6-26BD-2E3E-9A9744F6C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2594" y="3840389"/>
                <a:ext cx="25991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Curved Connector 107">
                <a:extLst>
                  <a:ext uri="{FF2B5EF4-FFF2-40B4-BE49-F238E27FC236}">
                    <a16:creationId xmlns:a16="http://schemas.microsoft.com/office/drawing/2014/main" id="{6F1C719C-0923-C2C9-8F24-054C243A09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2594" y="5015650"/>
                <a:ext cx="2908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urved Connector 111">
                <a:extLst>
                  <a:ext uri="{FF2B5EF4-FFF2-40B4-BE49-F238E27FC236}">
                    <a16:creationId xmlns:a16="http://schemas.microsoft.com/office/drawing/2014/main" id="{7ED2A18E-2C38-678B-A0E6-B236FB032D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26929" y="5119541"/>
                <a:ext cx="3873524" cy="861661"/>
              </a:xfrm>
              <a:prstGeom prst="bentConnector3">
                <a:avLst>
                  <a:gd name="adj1" fmla="val 9124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Curved Connector 117">
                <a:extLst>
                  <a:ext uri="{FF2B5EF4-FFF2-40B4-BE49-F238E27FC236}">
                    <a16:creationId xmlns:a16="http://schemas.microsoft.com/office/drawing/2014/main" id="{88FC626D-15A3-4C29-C29C-0EB4C9A3E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09161" y="5009385"/>
                <a:ext cx="235817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Curved Connector 62">
                <a:extLst>
                  <a:ext uri="{FF2B5EF4-FFF2-40B4-BE49-F238E27FC236}">
                    <a16:creationId xmlns:a16="http://schemas.microsoft.com/office/drawing/2014/main" id="{20814589-09C3-D70E-972E-48E1B599522C}"/>
                  </a:ext>
                </a:extLst>
              </p:cNvPr>
              <p:cNvCxnSpPr/>
              <p:nvPr/>
            </p:nvCxnSpPr>
            <p:spPr>
              <a:xfrm rot="16200000" flipH="1">
                <a:off x="3419822" y="1888407"/>
                <a:ext cx="259048" cy="162919"/>
              </a:xfrm>
              <a:prstGeom prst="bentConnector3">
                <a:avLst>
                  <a:gd name="adj1" fmla="val 999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Curved Connector 62">
                <a:extLst>
                  <a:ext uri="{FF2B5EF4-FFF2-40B4-BE49-F238E27FC236}">
                    <a16:creationId xmlns:a16="http://schemas.microsoft.com/office/drawing/2014/main" id="{655FAA92-8A2F-E524-77B2-B37E611F6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3996" y="2076886"/>
                <a:ext cx="892671" cy="310662"/>
              </a:xfrm>
              <a:prstGeom prst="bentConnector3">
                <a:avLst>
                  <a:gd name="adj1" fmla="val 99876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Curved Connector 117">
                <a:extLst>
                  <a:ext uri="{FF2B5EF4-FFF2-40B4-BE49-F238E27FC236}">
                    <a16:creationId xmlns:a16="http://schemas.microsoft.com/office/drawing/2014/main" id="{BBDF5100-E142-5854-2514-95710594D1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9515" y="4488372"/>
                <a:ext cx="1207824" cy="208022"/>
              </a:xfrm>
              <a:prstGeom prst="bentConnector3">
                <a:avLst>
                  <a:gd name="adj1" fmla="val -8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Curved Connector 117">
                <a:extLst>
                  <a:ext uri="{FF2B5EF4-FFF2-40B4-BE49-F238E27FC236}">
                    <a16:creationId xmlns:a16="http://schemas.microsoft.com/office/drawing/2014/main" id="{18EB9BB1-02F2-73FF-7019-02DF4E9FE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2567" y="4131158"/>
                <a:ext cx="1161687" cy="232079"/>
              </a:xfrm>
              <a:prstGeom prst="bentConnector3">
                <a:avLst>
                  <a:gd name="adj1" fmla="val -133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Curved Connector 117">
                <a:extLst>
                  <a:ext uri="{FF2B5EF4-FFF2-40B4-BE49-F238E27FC236}">
                    <a16:creationId xmlns:a16="http://schemas.microsoft.com/office/drawing/2014/main" id="{78BEF4E8-7CF6-EA45-D92E-201A2CEFD039}"/>
                  </a:ext>
                </a:extLst>
              </p:cNvPr>
              <p:cNvCxnSpPr>
                <a:cxnSpLocks/>
                <a:stCxn id="36" idx="3"/>
                <a:endCxn id="38" idx="7"/>
              </p:cNvCxnSpPr>
              <p:nvPr/>
            </p:nvCxnSpPr>
            <p:spPr>
              <a:xfrm flipV="1">
                <a:off x="7773047" y="2907814"/>
                <a:ext cx="692432" cy="794503"/>
              </a:xfrm>
              <a:prstGeom prst="bentConnector3">
                <a:avLst>
                  <a:gd name="adj1" fmla="val 7709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Curved Connector 117">
                <a:extLst>
                  <a:ext uri="{FF2B5EF4-FFF2-40B4-BE49-F238E27FC236}">
                    <a16:creationId xmlns:a16="http://schemas.microsoft.com/office/drawing/2014/main" id="{875BE5BD-C03A-5D44-0C0D-97BE38F055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42073" y="3429000"/>
                <a:ext cx="1225266" cy="564861"/>
              </a:xfrm>
              <a:prstGeom prst="bentConnector3">
                <a:avLst>
                  <a:gd name="adj1" fmla="val 138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Curved Connector 117">
                <a:extLst>
                  <a:ext uri="{FF2B5EF4-FFF2-40B4-BE49-F238E27FC236}">
                    <a16:creationId xmlns:a16="http://schemas.microsoft.com/office/drawing/2014/main" id="{C3CCE050-7466-564B-CE5D-76F9FA523D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42073" y="2013536"/>
                <a:ext cx="1209375" cy="463757"/>
              </a:xfrm>
              <a:prstGeom prst="bentConnector3">
                <a:avLst>
                  <a:gd name="adj1" fmla="val 6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Curved Connector 62">
                <a:extLst>
                  <a:ext uri="{FF2B5EF4-FFF2-40B4-BE49-F238E27FC236}">
                    <a16:creationId xmlns:a16="http://schemas.microsoft.com/office/drawing/2014/main" id="{600E3354-6D68-13B7-DC25-5BEFD7536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3261" y="2564108"/>
                <a:ext cx="2521607" cy="41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Curved Connector 62">
                <a:extLst>
                  <a:ext uri="{FF2B5EF4-FFF2-40B4-BE49-F238E27FC236}">
                    <a16:creationId xmlns:a16="http://schemas.microsoft.com/office/drawing/2014/main" id="{BEFE7299-6E98-05B8-CBB8-4FFF1AA028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7068" y="2737853"/>
                <a:ext cx="2534613" cy="1414583"/>
              </a:xfrm>
              <a:prstGeom prst="bentConnector3">
                <a:avLst>
                  <a:gd name="adj1" fmla="val 76033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61" name="Picture 2">
                <a:extLst>
                  <a:ext uri="{FF2B5EF4-FFF2-40B4-BE49-F238E27FC236}">
                    <a16:creationId xmlns:a16="http://schemas.microsoft.com/office/drawing/2014/main" id="{77C5B8E6-28BC-ACDF-AA1F-154A788F33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02804" y="753776"/>
                <a:ext cx="933040" cy="10765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2" name="Graphic 361">
                <a:extLst>
                  <a:ext uri="{FF2B5EF4-FFF2-40B4-BE49-F238E27FC236}">
                    <a16:creationId xmlns:a16="http://schemas.microsoft.com/office/drawing/2014/main" id="{A18AFAF9-25ED-691F-B2C8-F505927C09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128912" y="-1056622"/>
                <a:ext cx="929765" cy="1076570"/>
              </a:xfrm>
              <a:prstGeom prst="rect">
                <a:avLst/>
              </a:prstGeom>
            </p:spPr>
          </p:pic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F4F64BB2-158C-35DE-C893-3E980B1890C3}"/>
                  </a:ext>
                </a:extLst>
              </p:cNvPr>
              <p:cNvSpPr txBox="1"/>
              <p:nvPr/>
            </p:nvSpPr>
            <p:spPr>
              <a:xfrm>
                <a:off x="3654743" y="-928400"/>
                <a:ext cx="475775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500" b="1" dirty="0"/>
                  <a:t>Analysis Pipeline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CFE5F26-145D-8D0E-FBC7-C3E60173618D}"/>
                </a:ext>
              </a:extLst>
            </p:cNvPr>
            <p:cNvGrpSpPr/>
            <p:nvPr/>
          </p:nvGrpSpPr>
          <p:grpSpPr>
            <a:xfrm>
              <a:off x="1534113" y="4924819"/>
              <a:ext cx="1652553" cy="2039373"/>
              <a:chOff x="1902598" y="5065203"/>
              <a:chExt cx="1652553" cy="2039373"/>
            </a:xfrm>
          </p:grpSpPr>
          <p:pic>
            <p:nvPicPr>
              <p:cNvPr id="379" name="Graphic 378">
                <a:extLst>
                  <a:ext uri="{FF2B5EF4-FFF2-40B4-BE49-F238E27FC236}">
                    <a16:creationId xmlns:a16="http://schemas.microsoft.com/office/drawing/2014/main" id="{46D750D9-9C3A-3082-87F1-3C27015E8E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902598" y="5825111"/>
                <a:ext cx="1259629" cy="1279465"/>
              </a:xfrm>
              <a:prstGeom prst="rect">
                <a:avLst/>
              </a:prstGeom>
            </p:spPr>
          </p:pic>
          <p:pic>
            <p:nvPicPr>
              <p:cNvPr id="387" name="Graphic 386">
                <a:extLst>
                  <a:ext uri="{FF2B5EF4-FFF2-40B4-BE49-F238E27FC236}">
                    <a16:creationId xmlns:a16="http://schemas.microsoft.com/office/drawing/2014/main" id="{13DA6499-DF38-E512-9676-8474F8EE3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481112" y="5065203"/>
                <a:ext cx="1074039" cy="1133708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97B1547-78C2-9F4D-A60C-DBBFD3F9A8D9}"/>
                </a:ext>
              </a:extLst>
            </p:cNvPr>
            <p:cNvSpPr txBox="1"/>
            <p:nvPr/>
          </p:nvSpPr>
          <p:spPr>
            <a:xfrm>
              <a:off x="3634875" y="5576227"/>
              <a:ext cx="16253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Homogenize units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Amend records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Process non-detects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Add site metadata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742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1555</TotalTime>
  <Words>55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Kassien, Mariana (NIH/NIEHS) [F]</dc:creator>
  <cp:lastModifiedBy>Kassien, Mariana (NIH/NIEHS) [F]</cp:lastModifiedBy>
  <cp:revision>11</cp:revision>
  <dcterms:created xsi:type="dcterms:W3CDTF">2024-12-04T17:10:21Z</dcterms:created>
  <dcterms:modified xsi:type="dcterms:W3CDTF">2024-12-05T19:05:39Z</dcterms:modified>
</cp:coreProperties>
</file>
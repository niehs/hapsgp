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6132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3059-8927-C92B-71B2-741B5F2F5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28A90-BF74-0BF8-CF8C-20506CD22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91851-4E88-8BAE-7DCD-B066127E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5A49F-F991-E6AA-C177-83B93887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9ED8-CB1E-6E8E-1B8B-DFB44925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9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6559-3684-8325-99DE-B3ECA092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2BA7D-5BDD-F24A-239D-E85D97FFA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03EE-7A35-FAB6-1096-2A93AC32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E20BB-E09A-46A3-2D18-650BAEB1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988F9-2732-F9DE-BD56-31BDD1A4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0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9A9D-D5A4-25F6-642D-AE64A3D5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FA92E-D380-BB13-9FC7-A0A894050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1BBE8-F4F9-D943-687A-1DA8A4CF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D5F5D-AB6D-E97C-B390-722E99D1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BEA91-ED37-937A-8B63-B4A9CB9C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8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00B0-0462-2339-6505-D59FBCA3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02F1-B20B-80CD-46DE-1B1FC59DA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7F4D2-6193-9692-B337-9749B0F57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8532-0D0B-4C82-BC4C-ACC7BF89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AAF94-63F1-CADA-F662-B2743CF5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8C294-DE10-2EFC-AA7D-372FFA0C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A977-6BD6-49E6-2522-21BA6481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2C42-EE3B-A733-2CA0-60E3B8C49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0CDF2-0825-61F1-CA53-4EFA6077D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9E8A1-C776-8A94-E9DA-A45443826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A3826-7BA7-497D-2BA9-4B44E0A7F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8A93F-C429-E54D-0C30-F2FF5AE9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1283F-0F84-CFAA-BEC4-EBEDF5A3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A47E6-3617-0E34-8708-0D49FE40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9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8670-C35B-28B0-96E9-C5FBED24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66657-1DB0-3088-49A0-F5623DFA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AE67B-0A5F-4BD3-88B5-07E2712F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BCFEE-F96B-C1AE-D7D1-BE901D52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5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455A6-04AF-2CCE-B690-76E62AF5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EBB21-3F57-D4BB-DA3D-1AF06AE7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CB0E5-AF86-168A-81AC-F5236BF0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1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AE88-9E0F-2F39-0D69-F5FEA2DC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17DE-9B25-8412-BB93-543D90B4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5272F-9037-C420-4D3E-2D7D74A1D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B5A3C-3881-3BF0-4217-81396DFE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AC11F-CCC5-28D9-A19E-BC7BB8BB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CB611-BD71-51CE-634E-D7EE268E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5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5AE5-106A-0560-BE3A-E48D64FE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9D080-3932-330B-30E5-194A6BFF4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6C0E8-CBE7-8AFA-3749-7D3A11E07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08878-2586-8DBC-F4ED-69CDA3F9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72006-84F4-B7A9-0979-98B52641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13F34-3CED-C9F9-AFD6-D9C7FE23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EB89-AD9B-A759-481B-D42BE59C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EF8BB-96AE-A869-3FB4-C8A9B5352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ED62C-FB59-4D71-5835-B8C51D91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378F8-0ED3-CD59-7946-B615B85E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6C40A-E201-9D82-27C3-E0C8549E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4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8B1BB-5599-3AC7-A3AD-9996597BC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4DF3A-8D4F-A9EA-9DB2-30B2EF126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047B4-5077-18F8-FDD4-96ABA9EF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185F0-BAEC-F98D-E1AA-365A7C25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1F97F-DC2B-0491-191C-3FC17C16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1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935F2-A580-1424-4224-EE0FD526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E341A-5835-4EC0-3309-9BB848CF6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F6A5-2301-22C9-3226-A1F6CF0D5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B9872-2A75-9A4E-BB98-BE64C3B4FE4F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B57C-DE47-37A0-895E-22E6E5F28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E8560-966F-9179-DD24-B52531B96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3699C-A9BC-5E4C-BC8C-1E99E0F80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0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94EF-CF22-56F8-BBA1-F3B7C51A9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Texas </a:t>
            </a:r>
            <a:r>
              <a:rPr lang="en-US" dirty="0" err="1"/>
              <a:t>PrestoGP</a:t>
            </a:r>
            <a:r>
              <a:rPr lang="en-US" dirty="0"/>
              <a:t> predictions and maps of </a:t>
            </a:r>
            <a:r>
              <a:rPr lang="en-US" dirty="0" err="1"/>
              <a:t>gridmet</a:t>
            </a:r>
            <a:r>
              <a:rPr lang="en-US" dirty="0"/>
              <a:t> covariates, land use covariates, and TRI principal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2F378-271E-7136-8A50-01CBDE4B9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Created Feb 21, 2025</a:t>
            </a:r>
          </a:p>
        </p:txBody>
      </p:sp>
    </p:spTree>
    <p:extLst>
      <p:ext uri="{BB962C8B-B14F-4D97-AF65-F5344CB8AC3E}">
        <p14:creationId xmlns:p14="http://schemas.microsoft.com/office/powerpoint/2010/main" val="163406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2F4DF0D-428A-AC4A-0F22-B030B8DDD367}"/>
              </a:ext>
            </a:extLst>
          </p:cNvPr>
          <p:cNvGrpSpPr/>
          <p:nvPr/>
        </p:nvGrpSpPr>
        <p:grpSpPr>
          <a:xfrm>
            <a:off x="160624" y="169763"/>
            <a:ext cx="4923184" cy="6858000"/>
            <a:chOff x="6288155" y="-576471"/>
            <a:chExt cx="4923184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5962B5-EBF7-1455-0A1A-FB42DC920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9339" y="-576471"/>
              <a:ext cx="4572000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5A957B-460C-396E-94BE-0D6AEAA96F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207" b="26570"/>
            <a:stretch/>
          </p:blipFill>
          <p:spPr>
            <a:xfrm>
              <a:off x="6288155" y="718928"/>
              <a:ext cx="4572000" cy="4267201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9F0A69-1630-B1EE-C5F2-D1A1618D23C0}"/>
              </a:ext>
            </a:extLst>
          </p:cNvPr>
          <p:cNvGrpSpPr/>
          <p:nvPr/>
        </p:nvGrpSpPr>
        <p:grpSpPr>
          <a:xfrm>
            <a:off x="6302093" y="169763"/>
            <a:ext cx="4572000" cy="6858000"/>
            <a:chOff x="5923721" y="306397"/>
            <a:chExt cx="4572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435336-915F-F9B2-AF5C-FE619E3E7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3721" y="306397"/>
              <a:ext cx="4572000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EFA49F-9A00-5DD8-EB50-7681D3579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092" t="4421" b="24300"/>
            <a:stretch/>
          </p:blipFill>
          <p:spPr>
            <a:xfrm>
              <a:off x="5923721" y="980661"/>
              <a:ext cx="4293477" cy="4888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62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536BC5-6717-6C93-8F86-437A49D34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E4B900BE-885D-4504-F75F-F2EB84F86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96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6FC794-AB69-87C7-DF62-7B83E3CD6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0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735C8-3295-6F8E-9BAB-A8C45629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7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2F9CE4-235D-3736-5A46-875787EB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8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20174-5D8A-DDCB-7869-69170A6F8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22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Texas PrestoGP predictions and maps of gridmet covariates, land use covariates, and TRI principal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Kassien, Mariana (NIH/NIEHS) [F]</dc:creator>
  <cp:lastModifiedBy>Kassien, Mariana (NIH/NIEHS) [F]</cp:lastModifiedBy>
  <cp:revision>2</cp:revision>
  <dcterms:created xsi:type="dcterms:W3CDTF">2025-02-21T13:14:36Z</dcterms:created>
  <dcterms:modified xsi:type="dcterms:W3CDTF">2025-06-20T14:41:14Z</dcterms:modified>
</cp:coreProperties>
</file>